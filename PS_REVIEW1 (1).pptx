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9" r:id="rId5"/>
    <p:sldMasterId id="2147483680" r:id="rId6"/>
    <p:sldMasterId id="214748368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DCD6AD-2A3C-4C43-A8A7-BA5F75082121}">
  <a:tblStyle styleId="{EDDCD6AD-2A3C-4C43-A8A7-BA5F7508212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1.xml"/><Relationship Id="rId19" Type="http://schemas.openxmlformats.org/officeDocument/2006/relationships/slide" Target="slides/slide11.xml"/><Relationship Id="rId6" Type="http://schemas.openxmlformats.org/officeDocument/2006/relationships/slideMaster" Target="slideMasters/slideMaster2.xml"/><Relationship Id="rId18" Type="http://schemas.openxmlformats.org/officeDocument/2006/relationships/slide" Target="slides/slide10.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6150f5dcc_2_62:notes"/>
          <p:cNvSpPr txBox="1"/>
          <p:nvPr>
            <p:ph idx="1" type="body"/>
          </p:nvPr>
        </p:nvSpPr>
        <p:spPr>
          <a:xfrm>
            <a:off x="673575" y="4686475"/>
            <a:ext cx="5388600" cy="4439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89" name="Google Shape;189;g3f6150f5dcc_2_62:notes"/>
          <p:cNvSpPr/>
          <p:nvPr>
            <p:ph idx="2" type="sldImg"/>
          </p:nvPr>
        </p:nvSpPr>
        <p:spPr>
          <a:xfrm>
            <a:off x="79375" y="739775"/>
            <a:ext cx="6577013"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6150f5dcc_2_14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f6150f5dcc_2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6150f5dcc_2_14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f6150f5dcc_2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6238b50f9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f6238b50f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6150f5dcc_2_15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f6150f5dcc_2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6150f5dcc_2_16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f6150f5dcc_2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6150f5dcc_2_16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f6150f5dcc_2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6150f5dcc_2_17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f6150f5dcc_2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6150f5dcc_2_17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f6150f5dcc_2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6150f5dcc_2_18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f6150f5dcc_2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6150f5dcc_2_18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f6150f5dcc_2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6150f5dcc_2_19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f6150f5dcc_2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20"/>
            <a:ext cx="7772400" cy="1102519"/>
          </a:xfrm>
          <a:prstGeom prst="rect">
            <a:avLst/>
          </a:prstGeom>
          <a:noFill/>
          <a:ln>
            <a:noFill/>
          </a:ln>
        </p:spPr>
        <p:txBody>
          <a:bodyPr anchorCtr="0" anchor="ctr" bIns="30375" lIns="60775" spcFirstLastPara="1" rIns="60775" wrap="square" tIns="303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30375" lIns="60775" spcFirstLastPara="1" rIns="60775" wrap="square" tIns="30375">
            <a:normAutofit/>
          </a:bodyPr>
          <a:lstStyle>
            <a:lvl1pPr lvl="0" algn="ctr">
              <a:lnSpc>
                <a:spcPct val="100000"/>
              </a:lnSpc>
              <a:spcBef>
                <a:spcPts val="500"/>
              </a:spcBef>
              <a:spcAft>
                <a:spcPts val="0"/>
              </a:spcAft>
              <a:buClr>
                <a:srgbClr val="888888"/>
              </a:buClr>
              <a:buSzPts val="2500"/>
              <a:buNone/>
              <a:defRPr>
                <a:solidFill>
                  <a:srgbClr val="888888"/>
                </a:solidFill>
              </a:defRPr>
            </a:lvl1pPr>
            <a:lvl2pPr lvl="1" algn="ctr">
              <a:lnSpc>
                <a:spcPct val="100000"/>
              </a:lnSpc>
              <a:spcBef>
                <a:spcPts val="500"/>
              </a:spcBef>
              <a:spcAft>
                <a:spcPts val="0"/>
              </a:spcAft>
              <a:buClr>
                <a:srgbClr val="888888"/>
              </a:buClr>
              <a:buSzPts val="2300"/>
              <a:buNone/>
              <a:defRPr>
                <a:solidFill>
                  <a:srgbClr val="888888"/>
                </a:solidFill>
              </a:defRPr>
            </a:lvl2pPr>
            <a:lvl3pPr lvl="2" algn="ctr">
              <a:lnSpc>
                <a:spcPct val="100000"/>
              </a:lnSpc>
              <a:spcBef>
                <a:spcPts val="400"/>
              </a:spcBef>
              <a:spcAft>
                <a:spcPts val="0"/>
              </a:spcAft>
              <a:buClr>
                <a:srgbClr val="888888"/>
              </a:buClr>
              <a:buSzPts val="1900"/>
              <a:buNone/>
              <a:defRPr>
                <a:solidFill>
                  <a:srgbClr val="888888"/>
                </a:solidFill>
              </a:defRPr>
            </a:lvl3pPr>
            <a:lvl4pPr lvl="3" algn="ctr">
              <a:lnSpc>
                <a:spcPct val="100000"/>
              </a:lnSpc>
              <a:spcBef>
                <a:spcPts val="300"/>
              </a:spcBef>
              <a:spcAft>
                <a:spcPts val="0"/>
              </a:spcAft>
              <a:buClr>
                <a:srgbClr val="888888"/>
              </a:buClr>
              <a:buSzPts val="1600"/>
              <a:buNone/>
              <a:defRPr>
                <a:solidFill>
                  <a:srgbClr val="888888"/>
                </a:solidFill>
              </a:defRPr>
            </a:lvl4pPr>
            <a:lvl5pPr lvl="4" algn="ctr">
              <a:lnSpc>
                <a:spcPct val="100000"/>
              </a:lnSpc>
              <a:spcBef>
                <a:spcPts val="300"/>
              </a:spcBef>
              <a:spcAft>
                <a:spcPts val="0"/>
              </a:spcAft>
              <a:buClr>
                <a:srgbClr val="888888"/>
              </a:buClr>
              <a:buSzPts val="1600"/>
              <a:buNone/>
              <a:defRPr>
                <a:solidFill>
                  <a:srgbClr val="888888"/>
                </a:solidFill>
              </a:defRPr>
            </a:lvl5pPr>
            <a:lvl6pPr lvl="5" algn="ctr">
              <a:lnSpc>
                <a:spcPct val="100000"/>
              </a:lnSpc>
              <a:spcBef>
                <a:spcPts val="300"/>
              </a:spcBef>
              <a:spcAft>
                <a:spcPts val="0"/>
              </a:spcAft>
              <a:buClr>
                <a:srgbClr val="888888"/>
              </a:buClr>
              <a:buSzPts val="1600"/>
              <a:buNone/>
              <a:defRPr>
                <a:solidFill>
                  <a:srgbClr val="888888"/>
                </a:solidFill>
              </a:defRPr>
            </a:lvl6pPr>
            <a:lvl7pPr lvl="6" algn="ctr">
              <a:lnSpc>
                <a:spcPct val="100000"/>
              </a:lnSpc>
              <a:spcBef>
                <a:spcPts val="300"/>
              </a:spcBef>
              <a:spcAft>
                <a:spcPts val="0"/>
              </a:spcAft>
              <a:buClr>
                <a:srgbClr val="888888"/>
              </a:buClr>
              <a:buSzPts val="1600"/>
              <a:buNone/>
              <a:defRPr>
                <a:solidFill>
                  <a:srgbClr val="888888"/>
                </a:solidFill>
              </a:defRPr>
            </a:lvl7pPr>
            <a:lvl8pPr lvl="7" algn="ctr">
              <a:lnSpc>
                <a:spcPct val="100000"/>
              </a:lnSpc>
              <a:spcBef>
                <a:spcPts val="300"/>
              </a:spcBef>
              <a:spcAft>
                <a:spcPts val="0"/>
              </a:spcAft>
              <a:buClr>
                <a:srgbClr val="888888"/>
              </a:buClr>
              <a:buSzPts val="1600"/>
              <a:buNone/>
              <a:defRPr>
                <a:solidFill>
                  <a:srgbClr val="888888"/>
                </a:solidFill>
              </a:defRPr>
            </a:lvl8pPr>
            <a:lvl9pPr lvl="8" algn="ctr">
              <a:lnSpc>
                <a:spcPct val="100000"/>
              </a:lnSpc>
              <a:spcBef>
                <a:spcPts val="300"/>
              </a:spcBef>
              <a:spcAft>
                <a:spcPts val="0"/>
              </a:spcAft>
              <a:buClr>
                <a:srgbClr val="888888"/>
              </a:buClr>
              <a:buSzPts val="1600"/>
              <a:buNone/>
              <a:defRPr>
                <a:solidFill>
                  <a:srgbClr val="888888"/>
                </a:solidFill>
              </a:defRPr>
            </a:lvl9pPr>
          </a:lstStyle>
          <a:p/>
        </p:txBody>
      </p:sp>
      <p:sp>
        <p:nvSpPr>
          <p:cNvPr id="59" name="Google Shape;59;p14"/>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5"/>
          <p:cNvSpPr txBox="1"/>
          <p:nvPr>
            <p:ph type="title"/>
          </p:nvPr>
        </p:nvSpPr>
        <p:spPr>
          <a:xfrm>
            <a:off x="457200" y="205978"/>
            <a:ext cx="8229600" cy="857250"/>
          </a:xfrm>
          <a:prstGeom prst="rect">
            <a:avLst/>
          </a:prstGeom>
          <a:noFill/>
          <a:ln>
            <a:noFill/>
          </a:ln>
        </p:spPr>
        <p:txBody>
          <a:bodyPr anchorCtr="0" anchor="ctr" bIns="30375" lIns="60775" spcFirstLastPara="1" rIns="60775" wrap="square" tIns="30375">
            <a:norm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body"/>
          </p:nvPr>
        </p:nvSpPr>
        <p:spPr>
          <a:xfrm>
            <a:off x="457200" y="1151335"/>
            <a:ext cx="4040188" cy="479822"/>
          </a:xfrm>
          <a:prstGeom prst="rect">
            <a:avLst/>
          </a:prstGeom>
          <a:noFill/>
          <a:ln>
            <a:noFill/>
          </a:ln>
        </p:spPr>
        <p:txBody>
          <a:bodyPr anchorCtr="0" anchor="b" bIns="30375" lIns="60775" spcFirstLastPara="1" rIns="60775" wrap="square" tIns="30375">
            <a:normAutofit/>
          </a:bodyPr>
          <a:lstStyle>
            <a:lvl1pPr indent="-228600" lvl="0" marL="457200" algn="l">
              <a:lnSpc>
                <a:spcPct val="100000"/>
              </a:lnSpc>
              <a:spcBef>
                <a:spcPts val="500"/>
              </a:spcBef>
              <a:spcAft>
                <a:spcPts val="0"/>
              </a:spcAft>
              <a:buSzPts val="2500"/>
              <a:buNone/>
              <a:defRPr b="1" sz="1800"/>
            </a:lvl1pPr>
            <a:lvl2pPr indent="-228600" lvl="1" marL="914400" algn="l">
              <a:lnSpc>
                <a:spcPct val="100000"/>
              </a:lnSpc>
              <a:spcBef>
                <a:spcPts val="500"/>
              </a:spcBef>
              <a:spcAft>
                <a:spcPts val="0"/>
              </a:spcAft>
              <a:buSzPts val="2300"/>
              <a:buNone/>
              <a:defRPr b="1" sz="1500"/>
            </a:lvl2pPr>
            <a:lvl3pPr indent="-228600" lvl="2" marL="1371600" algn="l">
              <a:lnSpc>
                <a:spcPct val="100000"/>
              </a:lnSpc>
              <a:spcBef>
                <a:spcPts val="400"/>
              </a:spcBef>
              <a:spcAft>
                <a:spcPts val="0"/>
              </a:spcAft>
              <a:buSzPts val="1900"/>
              <a:buNone/>
              <a:defRPr b="1" sz="1400"/>
            </a:lvl3pPr>
            <a:lvl4pPr indent="-228600" lvl="3" marL="1828800" algn="l">
              <a:lnSpc>
                <a:spcPct val="100000"/>
              </a:lnSpc>
              <a:spcBef>
                <a:spcPts val="300"/>
              </a:spcBef>
              <a:spcAft>
                <a:spcPts val="0"/>
              </a:spcAft>
              <a:buSzPts val="1600"/>
              <a:buNone/>
              <a:defRPr b="1" sz="1200"/>
            </a:lvl4pPr>
            <a:lvl5pPr indent="-228600" lvl="4" marL="2286000" algn="l">
              <a:lnSpc>
                <a:spcPct val="100000"/>
              </a:lnSpc>
              <a:spcBef>
                <a:spcPts val="300"/>
              </a:spcBef>
              <a:spcAft>
                <a:spcPts val="0"/>
              </a:spcAft>
              <a:buSzPts val="1600"/>
              <a:buNone/>
              <a:defRPr b="1" sz="1200"/>
            </a:lvl5pPr>
            <a:lvl6pPr indent="-228600" lvl="5" marL="2743200" algn="l">
              <a:lnSpc>
                <a:spcPct val="100000"/>
              </a:lnSpc>
              <a:spcBef>
                <a:spcPts val="300"/>
              </a:spcBef>
              <a:spcAft>
                <a:spcPts val="0"/>
              </a:spcAft>
              <a:buSzPts val="1600"/>
              <a:buNone/>
              <a:defRPr b="1" sz="1200"/>
            </a:lvl6pPr>
            <a:lvl7pPr indent="-228600" lvl="6" marL="3200400" algn="l">
              <a:lnSpc>
                <a:spcPct val="100000"/>
              </a:lnSpc>
              <a:spcBef>
                <a:spcPts val="300"/>
              </a:spcBef>
              <a:spcAft>
                <a:spcPts val="0"/>
              </a:spcAft>
              <a:buSzPts val="1600"/>
              <a:buNone/>
              <a:defRPr b="1" sz="1200"/>
            </a:lvl7pPr>
            <a:lvl8pPr indent="-228600" lvl="7" marL="3657600" algn="l">
              <a:lnSpc>
                <a:spcPct val="100000"/>
              </a:lnSpc>
              <a:spcBef>
                <a:spcPts val="300"/>
              </a:spcBef>
              <a:spcAft>
                <a:spcPts val="0"/>
              </a:spcAft>
              <a:buSzPts val="1600"/>
              <a:buNone/>
              <a:defRPr b="1" sz="1200"/>
            </a:lvl8pPr>
            <a:lvl9pPr indent="-228600" lvl="8" marL="4114800" algn="l">
              <a:lnSpc>
                <a:spcPct val="100000"/>
              </a:lnSpc>
              <a:spcBef>
                <a:spcPts val="300"/>
              </a:spcBef>
              <a:spcAft>
                <a:spcPts val="0"/>
              </a:spcAft>
              <a:buSzPts val="1600"/>
              <a:buNone/>
              <a:defRPr b="1" sz="1200"/>
            </a:lvl9pPr>
          </a:lstStyle>
          <a:p/>
        </p:txBody>
      </p:sp>
      <p:sp>
        <p:nvSpPr>
          <p:cNvPr id="65" name="Google Shape;65;p15"/>
          <p:cNvSpPr txBox="1"/>
          <p:nvPr>
            <p:ph idx="2" type="body"/>
          </p:nvPr>
        </p:nvSpPr>
        <p:spPr>
          <a:xfrm>
            <a:off x="457200" y="1631156"/>
            <a:ext cx="4040188" cy="2963466"/>
          </a:xfrm>
          <a:prstGeom prst="rect">
            <a:avLst/>
          </a:prstGeom>
          <a:noFill/>
          <a:ln>
            <a:noFill/>
          </a:ln>
        </p:spPr>
        <p:txBody>
          <a:bodyPr anchorCtr="0" anchor="t" bIns="30375" lIns="60775" spcFirstLastPara="1" rIns="60775" wrap="square" tIns="30375">
            <a:normAutofit/>
          </a:bodyPr>
          <a:lstStyle>
            <a:lvl1pPr indent="-387350" lvl="0" marL="457200" algn="l">
              <a:lnSpc>
                <a:spcPct val="100000"/>
              </a:lnSpc>
              <a:spcBef>
                <a:spcPts val="500"/>
              </a:spcBef>
              <a:spcAft>
                <a:spcPts val="0"/>
              </a:spcAft>
              <a:buSzPts val="2500"/>
              <a:buChar char="•"/>
              <a:defRPr sz="1800"/>
            </a:lvl1pPr>
            <a:lvl2pPr indent="-374650" lvl="1" marL="914400" algn="l">
              <a:lnSpc>
                <a:spcPct val="100000"/>
              </a:lnSpc>
              <a:spcBef>
                <a:spcPts val="500"/>
              </a:spcBef>
              <a:spcAft>
                <a:spcPts val="0"/>
              </a:spcAft>
              <a:buSzPts val="2300"/>
              <a:buChar char="–"/>
              <a:defRPr sz="1500"/>
            </a:lvl2pPr>
            <a:lvl3pPr indent="-349250" lvl="2" marL="1371600" algn="l">
              <a:lnSpc>
                <a:spcPct val="100000"/>
              </a:lnSpc>
              <a:spcBef>
                <a:spcPts val="400"/>
              </a:spcBef>
              <a:spcAft>
                <a:spcPts val="0"/>
              </a:spcAft>
              <a:buSzPts val="1900"/>
              <a:buChar char="•"/>
              <a:defRPr sz="1400"/>
            </a:lvl3pPr>
            <a:lvl4pPr indent="-330200" lvl="3" marL="1828800" algn="l">
              <a:lnSpc>
                <a:spcPct val="100000"/>
              </a:lnSpc>
              <a:spcBef>
                <a:spcPts val="300"/>
              </a:spcBef>
              <a:spcAft>
                <a:spcPts val="0"/>
              </a:spcAft>
              <a:buSzPts val="1600"/>
              <a:buChar char="–"/>
              <a:defRPr sz="1200"/>
            </a:lvl4pPr>
            <a:lvl5pPr indent="-330200" lvl="4" marL="2286000" algn="l">
              <a:lnSpc>
                <a:spcPct val="100000"/>
              </a:lnSpc>
              <a:spcBef>
                <a:spcPts val="300"/>
              </a:spcBef>
              <a:spcAft>
                <a:spcPts val="0"/>
              </a:spcAft>
              <a:buSzPts val="1600"/>
              <a:buChar char="»"/>
              <a:defRPr sz="1200"/>
            </a:lvl5pPr>
            <a:lvl6pPr indent="-330200" lvl="5" marL="2743200" algn="l">
              <a:lnSpc>
                <a:spcPct val="100000"/>
              </a:lnSpc>
              <a:spcBef>
                <a:spcPts val="300"/>
              </a:spcBef>
              <a:spcAft>
                <a:spcPts val="0"/>
              </a:spcAft>
              <a:buSzPts val="1600"/>
              <a:buChar char="•"/>
              <a:defRPr sz="1200"/>
            </a:lvl6pPr>
            <a:lvl7pPr indent="-330200" lvl="6" marL="3200400" algn="l">
              <a:lnSpc>
                <a:spcPct val="100000"/>
              </a:lnSpc>
              <a:spcBef>
                <a:spcPts val="300"/>
              </a:spcBef>
              <a:spcAft>
                <a:spcPts val="0"/>
              </a:spcAft>
              <a:buSzPts val="1600"/>
              <a:buChar char="•"/>
              <a:defRPr sz="1200"/>
            </a:lvl7pPr>
            <a:lvl8pPr indent="-330200" lvl="7" marL="3657600" algn="l">
              <a:lnSpc>
                <a:spcPct val="100000"/>
              </a:lnSpc>
              <a:spcBef>
                <a:spcPts val="300"/>
              </a:spcBef>
              <a:spcAft>
                <a:spcPts val="0"/>
              </a:spcAft>
              <a:buSzPts val="1600"/>
              <a:buChar char="•"/>
              <a:defRPr sz="1200"/>
            </a:lvl8pPr>
            <a:lvl9pPr indent="-330200" lvl="8" marL="4114800" algn="l">
              <a:lnSpc>
                <a:spcPct val="100000"/>
              </a:lnSpc>
              <a:spcBef>
                <a:spcPts val="300"/>
              </a:spcBef>
              <a:spcAft>
                <a:spcPts val="0"/>
              </a:spcAft>
              <a:buSzPts val="1600"/>
              <a:buChar char="•"/>
              <a:defRPr sz="1200"/>
            </a:lvl9pPr>
          </a:lstStyle>
          <a:p/>
        </p:txBody>
      </p:sp>
      <p:sp>
        <p:nvSpPr>
          <p:cNvPr id="66" name="Google Shape;66;p15"/>
          <p:cNvSpPr txBox="1"/>
          <p:nvPr>
            <p:ph idx="3" type="body"/>
          </p:nvPr>
        </p:nvSpPr>
        <p:spPr>
          <a:xfrm>
            <a:off x="4645026" y="1151335"/>
            <a:ext cx="4041775" cy="479822"/>
          </a:xfrm>
          <a:prstGeom prst="rect">
            <a:avLst/>
          </a:prstGeom>
          <a:noFill/>
          <a:ln>
            <a:noFill/>
          </a:ln>
        </p:spPr>
        <p:txBody>
          <a:bodyPr anchorCtr="0" anchor="b" bIns="30375" lIns="60775" spcFirstLastPara="1" rIns="60775" wrap="square" tIns="30375">
            <a:normAutofit/>
          </a:bodyPr>
          <a:lstStyle>
            <a:lvl1pPr indent="-228600" lvl="0" marL="457200" algn="l">
              <a:lnSpc>
                <a:spcPct val="100000"/>
              </a:lnSpc>
              <a:spcBef>
                <a:spcPts val="500"/>
              </a:spcBef>
              <a:spcAft>
                <a:spcPts val="0"/>
              </a:spcAft>
              <a:buSzPts val="2500"/>
              <a:buNone/>
              <a:defRPr b="1" sz="1800"/>
            </a:lvl1pPr>
            <a:lvl2pPr indent="-228600" lvl="1" marL="914400" algn="l">
              <a:lnSpc>
                <a:spcPct val="100000"/>
              </a:lnSpc>
              <a:spcBef>
                <a:spcPts val="500"/>
              </a:spcBef>
              <a:spcAft>
                <a:spcPts val="0"/>
              </a:spcAft>
              <a:buSzPts val="2300"/>
              <a:buNone/>
              <a:defRPr b="1" sz="1500"/>
            </a:lvl2pPr>
            <a:lvl3pPr indent="-228600" lvl="2" marL="1371600" algn="l">
              <a:lnSpc>
                <a:spcPct val="100000"/>
              </a:lnSpc>
              <a:spcBef>
                <a:spcPts val="400"/>
              </a:spcBef>
              <a:spcAft>
                <a:spcPts val="0"/>
              </a:spcAft>
              <a:buSzPts val="1900"/>
              <a:buNone/>
              <a:defRPr b="1" sz="1400"/>
            </a:lvl3pPr>
            <a:lvl4pPr indent="-228600" lvl="3" marL="1828800" algn="l">
              <a:lnSpc>
                <a:spcPct val="100000"/>
              </a:lnSpc>
              <a:spcBef>
                <a:spcPts val="300"/>
              </a:spcBef>
              <a:spcAft>
                <a:spcPts val="0"/>
              </a:spcAft>
              <a:buSzPts val="1600"/>
              <a:buNone/>
              <a:defRPr b="1" sz="1200"/>
            </a:lvl4pPr>
            <a:lvl5pPr indent="-228600" lvl="4" marL="2286000" algn="l">
              <a:lnSpc>
                <a:spcPct val="100000"/>
              </a:lnSpc>
              <a:spcBef>
                <a:spcPts val="300"/>
              </a:spcBef>
              <a:spcAft>
                <a:spcPts val="0"/>
              </a:spcAft>
              <a:buSzPts val="1600"/>
              <a:buNone/>
              <a:defRPr b="1" sz="1200"/>
            </a:lvl5pPr>
            <a:lvl6pPr indent="-228600" lvl="5" marL="2743200" algn="l">
              <a:lnSpc>
                <a:spcPct val="100000"/>
              </a:lnSpc>
              <a:spcBef>
                <a:spcPts val="300"/>
              </a:spcBef>
              <a:spcAft>
                <a:spcPts val="0"/>
              </a:spcAft>
              <a:buSzPts val="1600"/>
              <a:buNone/>
              <a:defRPr b="1" sz="1200"/>
            </a:lvl6pPr>
            <a:lvl7pPr indent="-228600" lvl="6" marL="3200400" algn="l">
              <a:lnSpc>
                <a:spcPct val="100000"/>
              </a:lnSpc>
              <a:spcBef>
                <a:spcPts val="300"/>
              </a:spcBef>
              <a:spcAft>
                <a:spcPts val="0"/>
              </a:spcAft>
              <a:buSzPts val="1600"/>
              <a:buNone/>
              <a:defRPr b="1" sz="1200"/>
            </a:lvl7pPr>
            <a:lvl8pPr indent="-228600" lvl="7" marL="3657600" algn="l">
              <a:lnSpc>
                <a:spcPct val="100000"/>
              </a:lnSpc>
              <a:spcBef>
                <a:spcPts val="300"/>
              </a:spcBef>
              <a:spcAft>
                <a:spcPts val="0"/>
              </a:spcAft>
              <a:buSzPts val="1600"/>
              <a:buNone/>
              <a:defRPr b="1" sz="1200"/>
            </a:lvl8pPr>
            <a:lvl9pPr indent="-228600" lvl="8" marL="4114800" algn="l">
              <a:lnSpc>
                <a:spcPct val="100000"/>
              </a:lnSpc>
              <a:spcBef>
                <a:spcPts val="300"/>
              </a:spcBef>
              <a:spcAft>
                <a:spcPts val="0"/>
              </a:spcAft>
              <a:buSzPts val="1600"/>
              <a:buNone/>
              <a:defRPr b="1" sz="1200"/>
            </a:lvl9pPr>
          </a:lstStyle>
          <a:p/>
        </p:txBody>
      </p:sp>
      <p:sp>
        <p:nvSpPr>
          <p:cNvPr id="67" name="Google Shape;67;p15"/>
          <p:cNvSpPr txBox="1"/>
          <p:nvPr>
            <p:ph idx="4" type="body"/>
          </p:nvPr>
        </p:nvSpPr>
        <p:spPr>
          <a:xfrm>
            <a:off x="4645026" y="1631156"/>
            <a:ext cx="4041775" cy="2963466"/>
          </a:xfrm>
          <a:prstGeom prst="rect">
            <a:avLst/>
          </a:prstGeom>
          <a:noFill/>
          <a:ln>
            <a:noFill/>
          </a:ln>
        </p:spPr>
        <p:txBody>
          <a:bodyPr anchorCtr="0" anchor="t" bIns="30375" lIns="60775" spcFirstLastPara="1" rIns="60775" wrap="square" tIns="30375">
            <a:normAutofit/>
          </a:bodyPr>
          <a:lstStyle>
            <a:lvl1pPr indent="-387350" lvl="0" marL="457200" algn="l">
              <a:lnSpc>
                <a:spcPct val="100000"/>
              </a:lnSpc>
              <a:spcBef>
                <a:spcPts val="500"/>
              </a:spcBef>
              <a:spcAft>
                <a:spcPts val="0"/>
              </a:spcAft>
              <a:buSzPts val="2500"/>
              <a:buChar char="•"/>
              <a:defRPr sz="1800"/>
            </a:lvl1pPr>
            <a:lvl2pPr indent="-374650" lvl="1" marL="914400" algn="l">
              <a:lnSpc>
                <a:spcPct val="100000"/>
              </a:lnSpc>
              <a:spcBef>
                <a:spcPts val="500"/>
              </a:spcBef>
              <a:spcAft>
                <a:spcPts val="0"/>
              </a:spcAft>
              <a:buSzPts val="2300"/>
              <a:buChar char="–"/>
              <a:defRPr sz="1500"/>
            </a:lvl2pPr>
            <a:lvl3pPr indent="-349250" lvl="2" marL="1371600" algn="l">
              <a:lnSpc>
                <a:spcPct val="100000"/>
              </a:lnSpc>
              <a:spcBef>
                <a:spcPts val="400"/>
              </a:spcBef>
              <a:spcAft>
                <a:spcPts val="0"/>
              </a:spcAft>
              <a:buSzPts val="1900"/>
              <a:buChar char="•"/>
              <a:defRPr sz="1400"/>
            </a:lvl3pPr>
            <a:lvl4pPr indent="-330200" lvl="3" marL="1828800" algn="l">
              <a:lnSpc>
                <a:spcPct val="100000"/>
              </a:lnSpc>
              <a:spcBef>
                <a:spcPts val="300"/>
              </a:spcBef>
              <a:spcAft>
                <a:spcPts val="0"/>
              </a:spcAft>
              <a:buSzPts val="1600"/>
              <a:buChar char="–"/>
              <a:defRPr sz="1200"/>
            </a:lvl4pPr>
            <a:lvl5pPr indent="-330200" lvl="4" marL="2286000" algn="l">
              <a:lnSpc>
                <a:spcPct val="100000"/>
              </a:lnSpc>
              <a:spcBef>
                <a:spcPts val="300"/>
              </a:spcBef>
              <a:spcAft>
                <a:spcPts val="0"/>
              </a:spcAft>
              <a:buSzPts val="1600"/>
              <a:buChar char="»"/>
              <a:defRPr sz="1200"/>
            </a:lvl5pPr>
            <a:lvl6pPr indent="-330200" lvl="5" marL="2743200" algn="l">
              <a:lnSpc>
                <a:spcPct val="100000"/>
              </a:lnSpc>
              <a:spcBef>
                <a:spcPts val="300"/>
              </a:spcBef>
              <a:spcAft>
                <a:spcPts val="0"/>
              </a:spcAft>
              <a:buSzPts val="1600"/>
              <a:buChar char="•"/>
              <a:defRPr sz="1200"/>
            </a:lvl6pPr>
            <a:lvl7pPr indent="-330200" lvl="6" marL="3200400" algn="l">
              <a:lnSpc>
                <a:spcPct val="100000"/>
              </a:lnSpc>
              <a:spcBef>
                <a:spcPts val="300"/>
              </a:spcBef>
              <a:spcAft>
                <a:spcPts val="0"/>
              </a:spcAft>
              <a:buSzPts val="1600"/>
              <a:buChar char="•"/>
              <a:defRPr sz="1200"/>
            </a:lvl7pPr>
            <a:lvl8pPr indent="-330200" lvl="7" marL="3657600" algn="l">
              <a:lnSpc>
                <a:spcPct val="100000"/>
              </a:lnSpc>
              <a:spcBef>
                <a:spcPts val="300"/>
              </a:spcBef>
              <a:spcAft>
                <a:spcPts val="0"/>
              </a:spcAft>
              <a:buSzPts val="1600"/>
              <a:buChar char="•"/>
              <a:defRPr sz="1200"/>
            </a:lvl8pPr>
            <a:lvl9pPr indent="-330200" lvl="8" marL="4114800" algn="l">
              <a:lnSpc>
                <a:spcPct val="100000"/>
              </a:lnSpc>
              <a:spcBef>
                <a:spcPts val="300"/>
              </a:spcBef>
              <a:spcAft>
                <a:spcPts val="0"/>
              </a:spcAft>
              <a:buSzPts val="1600"/>
              <a:buChar char="•"/>
              <a:defRPr sz="1200"/>
            </a:lvl9pPr>
          </a:lstStyle>
          <a:p/>
        </p:txBody>
      </p:sp>
      <p:sp>
        <p:nvSpPr>
          <p:cNvPr id="68" name="Google Shape;68;p15"/>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5"/>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5"/>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SzPts val="1000"/>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16"/>
          <p:cNvSpPr txBox="1"/>
          <p:nvPr>
            <p:ph type="title"/>
          </p:nvPr>
        </p:nvSpPr>
        <p:spPr>
          <a:xfrm>
            <a:off x="722313" y="3305177"/>
            <a:ext cx="7772400" cy="1021557"/>
          </a:xfrm>
          <a:prstGeom prst="rect">
            <a:avLst/>
          </a:prstGeom>
          <a:noFill/>
          <a:ln>
            <a:noFill/>
          </a:ln>
        </p:spPr>
        <p:txBody>
          <a:bodyPr anchorCtr="0" anchor="t" bIns="30375" lIns="60775" spcFirstLastPara="1" rIns="60775" wrap="square" tIns="30375">
            <a:normAutofit/>
          </a:bodyPr>
          <a:lstStyle>
            <a:lvl1pPr lvl="0" algn="l">
              <a:lnSpc>
                <a:spcPct val="100000"/>
              </a:lnSpc>
              <a:spcBef>
                <a:spcPts val="0"/>
              </a:spcBef>
              <a:spcAft>
                <a:spcPts val="0"/>
              </a:spcAft>
              <a:buClr>
                <a:schemeClr val="dk1"/>
              </a:buClr>
              <a:buSzPts val="3200"/>
              <a:buFont typeface="Calibri"/>
              <a:buNone/>
              <a:defRPr b="1" sz="32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 type="body"/>
          </p:nvPr>
        </p:nvSpPr>
        <p:spPr>
          <a:xfrm>
            <a:off x="722313" y="2180035"/>
            <a:ext cx="7772400" cy="1125140"/>
          </a:xfrm>
          <a:prstGeom prst="rect">
            <a:avLst/>
          </a:prstGeom>
          <a:noFill/>
          <a:ln>
            <a:noFill/>
          </a:ln>
        </p:spPr>
        <p:txBody>
          <a:bodyPr anchorCtr="0" anchor="b" bIns="30375" lIns="60775" spcFirstLastPara="1" rIns="60775" wrap="square" tIns="30375">
            <a:normAutofit/>
          </a:bodyPr>
          <a:lstStyle>
            <a:lvl1pPr indent="-228600" lvl="0" marL="457200" algn="l">
              <a:lnSpc>
                <a:spcPct val="100000"/>
              </a:lnSpc>
              <a:spcBef>
                <a:spcPts val="300"/>
              </a:spcBef>
              <a:spcAft>
                <a:spcPts val="0"/>
              </a:spcAft>
              <a:buClr>
                <a:srgbClr val="888888"/>
              </a:buClr>
              <a:buSzPts val="1600"/>
              <a:buNone/>
              <a:defRPr sz="16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300"/>
              </a:spcBef>
              <a:spcAft>
                <a:spcPts val="0"/>
              </a:spcAft>
              <a:buClr>
                <a:srgbClr val="888888"/>
              </a:buClr>
              <a:buSzPts val="1300"/>
              <a:buNone/>
              <a:defRPr sz="13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74" name="Google Shape;74;p16"/>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6"/>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6"/>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7"/>
          <p:cNvSpPr txBox="1"/>
          <p:nvPr>
            <p:ph type="title"/>
          </p:nvPr>
        </p:nvSpPr>
        <p:spPr>
          <a:xfrm>
            <a:off x="457200" y="205978"/>
            <a:ext cx="8229600" cy="857250"/>
          </a:xfrm>
          <a:prstGeom prst="rect">
            <a:avLst/>
          </a:prstGeom>
          <a:noFill/>
          <a:ln>
            <a:noFill/>
          </a:ln>
        </p:spPr>
        <p:txBody>
          <a:bodyPr anchorCtr="0" anchor="ctr" bIns="30375" lIns="60775" spcFirstLastPara="1" rIns="60775" wrap="square" tIns="303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7"/>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7"/>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 name="Shape 82"/>
        <p:cNvGrpSpPr/>
        <p:nvPr/>
      </p:nvGrpSpPr>
      <p:grpSpPr>
        <a:xfrm>
          <a:off x="0" y="0"/>
          <a:ext cx="0" cy="0"/>
          <a:chOff x="0" y="0"/>
          <a:chExt cx="0" cy="0"/>
        </a:xfrm>
      </p:grpSpPr>
      <p:sp>
        <p:nvSpPr>
          <p:cNvPr id="83" name="Google Shape;83;p18"/>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8"/>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19"/>
          <p:cNvSpPr txBox="1"/>
          <p:nvPr>
            <p:ph type="title"/>
          </p:nvPr>
        </p:nvSpPr>
        <p:spPr>
          <a:xfrm>
            <a:off x="457201" y="204788"/>
            <a:ext cx="3008313" cy="871538"/>
          </a:xfrm>
          <a:prstGeom prst="rect">
            <a:avLst/>
          </a:prstGeom>
          <a:noFill/>
          <a:ln>
            <a:noFill/>
          </a:ln>
        </p:spPr>
        <p:txBody>
          <a:bodyPr anchorCtr="0" anchor="b" bIns="30375" lIns="60775" spcFirstLastPara="1" rIns="60775" wrap="square" tIns="30375">
            <a:normAutofit/>
          </a:bodyPr>
          <a:lstStyle>
            <a:lvl1pPr lvl="0" algn="l">
              <a:lnSpc>
                <a:spcPct val="100000"/>
              </a:lnSpc>
              <a:spcBef>
                <a:spcPts val="0"/>
              </a:spcBef>
              <a:spcAft>
                <a:spcPts val="0"/>
              </a:spcAft>
              <a:buClr>
                <a:schemeClr val="dk1"/>
              </a:buClr>
              <a:buSzPts val="1600"/>
              <a:buFont typeface="Calibri"/>
              <a:buNone/>
              <a:defRPr b="1" sz="1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9"/>
          <p:cNvSpPr txBox="1"/>
          <p:nvPr>
            <p:ph idx="1" type="body"/>
          </p:nvPr>
        </p:nvSpPr>
        <p:spPr>
          <a:xfrm>
            <a:off x="3575051" y="204789"/>
            <a:ext cx="5111750" cy="4389835"/>
          </a:xfrm>
          <a:prstGeom prst="rect">
            <a:avLst/>
          </a:prstGeom>
          <a:noFill/>
          <a:ln>
            <a:noFill/>
          </a:ln>
        </p:spPr>
        <p:txBody>
          <a:bodyPr anchorCtr="0" anchor="t" bIns="30375" lIns="60775" spcFirstLastPara="1" rIns="60775" wrap="square" tIns="30375">
            <a:normAutofit/>
          </a:bodyPr>
          <a:lstStyle>
            <a:lvl1pPr indent="-387350" lvl="0" marL="457200" algn="l">
              <a:lnSpc>
                <a:spcPct val="100000"/>
              </a:lnSpc>
              <a:spcBef>
                <a:spcPts val="500"/>
              </a:spcBef>
              <a:spcAft>
                <a:spcPts val="0"/>
              </a:spcAft>
              <a:buClr>
                <a:schemeClr val="dk1"/>
              </a:buClr>
              <a:buSzPts val="2500"/>
              <a:buChar char="•"/>
              <a:defRPr sz="2500"/>
            </a:lvl1pPr>
            <a:lvl2pPr indent="-374650" lvl="1" marL="914400" algn="l">
              <a:lnSpc>
                <a:spcPct val="100000"/>
              </a:lnSpc>
              <a:spcBef>
                <a:spcPts val="500"/>
              </a:spcBef>
              <a:spcAft>
                <a:spcPts val="0"/>
              </a:spcAft>
              <a:buClr>
                <a:schemeClr val="dk1"/>
              </a:buClr>
              <a:buSzPts val="2300"/>
              <a:buChar char="–"/>
              <a:defRPr sz="2300"/>
            </a:lvl2pPr>
            <a:lvl3pPr indent="-349250" lvl="2" marL="1371600" algn="l">
              <a:lnSpc>
                <a:spcPct val="100000"/>
              </a:lnSpc>
              <a:spcBef>
                <a:spcPts val="400"/>
              </a:spcBef>
              <a:spcAft>
                <a:spcPts val="0"/>
              </a:spcAft>
              <a:buClr>
                <a:schemeClr val="dk1"/>
              </a:buClr>
              <a:buSzPts val="1900"/>
              <a:buChar char="•"/>
              <a:defRPr sz="19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
        <p:nvSpPr>
          <p:cNvPr id="89" name="Google Shape;89;p19"/>
          <p:cNvSpPr txBox="1"/>
          <p:nvPr>
            <p:ph idx="2" type="body"/>
          </p:nvPr>
        </p:nvSpPr>
        <p:spPr>
          <a:xfrm>
            <a:off x="457201" y="1076327"/>
            <a:ext cx="3008313" cy="3518297"/>
          </a:xfrm>
          <a:prstGeom prst="rect">
            <a:avLst/>
          </a:prstGeom>
          <a:noFill/>
          <a:ln>
            <a:noFill/>
          </a:ln>
        </p:spPr>
        <p:txBody>
          <a:bodyPr anchorCtr="0" anchor="t" bIns="30375" lIns="60775" spcFirstLastPara="1" rIns="60775" wrap="square" tIns="303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90" name="Google Shape;90;p19"/>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9"/>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9"/>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20"/>
          <p:cNvSpPr txBox="1"/>
          <p:nvPr>
            <p:ph type="title"/>
          </p:nvPr>
        </p:nvSpPr>
        <p:spPr>
          <a:xfrm>
            <a:off x="1792288" y="3600450"/>
            <a:ext cx="5486400" cy="425054"/>
          </a:xfrm>
          <a:prstGeom prst="rect">
            <a:avLst/>
          </a:prstGeom>
          <a:noFill/>
          <a:ln>
            <a:noFill/>
          </a:ln>
        </p:spPr>
        <p:txBody>
          <a:bodyPr anchorCtr="0" anchor="b" bIns="30375" lIns="60775" spcFirstLastPara="1" rIns="60775" wrap="square" tIns="30375">
            <a:normAutofit/>
          </a:bodyPr>
          <a:lstStyle>
            <a:lvl1pPr lvl="0" algn="l">
              <a:lnSpc>
                <a:spcPct val="100000"/>
              </a:lnSpc>
              <a:spcBef>
                <a:spcPts val="0"/>
              </a:spcBef>
              <a:spcAft>
                <a:spcPts val="0"/>
              </a:spcAft>
              <a:buClr>
                <a:schemeClr val="dk1"/>
              </a:buClr>
              <a:buSzPts val="1600"/>
              <a:buFont typeface="Calibri"/>
              <a:buNone/>
              <a:defRPr b="1" sz="1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20"/>
          <p:cNvSpPr/>
          <p:nvPr>
            <p:ph idx="2" type="pic"/>
          </p:nvPr>
        </p:nvSpPr>
        <p:spPr>
          <a:xfrm>
            <a:off x="1792288" y="459581"/>
            <a:ext cx="5486400" cy="3086100"/>
          </a:xfrm>
          <a:prstGeom prst="rect">
            <a:avLst/>
          </a:prstGeom>
          <a:noFill/>
          <a:ln>
            <a:noFill/>
          </a:ln>
        </p:spPr>
      </p:sp>
      <p:sp>
        <p:nvSpPr>
          <p:cNvPr id="96" name="Google Shape;96;p20"/>
          <p:cNvSpPr txBox="1"/>
          <p:nvPr>
            <p:ph idx="1" type="body"/>
          </p:nvPr>
        </p:nvSpPr>
        <p:spPr>
          <a:xfrm>
            <a:off x="1792288" y="4025503"/>
            <a:ext cx="5486400" cy="603647"/>
          </a:xfrm>
          <a:prstGeom prst="rect">
            <a:avLst/>
          </a:prstGeom>
          <a:noFill/>
          <a:ln>
            <a:noFill/>
          </a:ln>
        </p:spPr>
        <p:txBody>
          <a:bodyPr anchorCtr="0" anchor="t" bIns="30375" lIns="60775" spcFirstLastPara="1" rIns="60775" wrap="square" tIns="303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97" name="Google Shape;97;p20"/>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20"/>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p20"/>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21"/>
          <p:cNvSpPr txBox="1"/>
          <p:nvPr>
            <p:ph type="title"/>
          </p:nvPr>
        </p:nvSpPr>
        <p:spPr>
          <a:xfrm>
            <a:off x="457200" y="205978"/>
            <a:ext cx="8229600" cy="857250"/>
          </a:xfrm>
          <a:prstGeom prst="rect">
            <a:avLst/>
          </a:prstGeom>
          <a:noFill/>
          <a:ln>
            <a:noFill/>
          </a:ln>
        </p:spPr>
        <p:txBody>
          <a:bodyPr anchorCtr="0" anchor="ctr" bIns="30375" lIns="60775" spcFirstLastPara="1" rIns="60775" wrap="square" tIns="303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 name="Google Shape;102;p21"/>
          <p:cNvSpPr txBox="1"/>
          <p:nvPr>
            <p:ph idx="1" type="body"/>
          </p:nvPr>
        </p:nvSpPr>
        <p:spPr>
          <a:xfrm rot="5400000">
            <a:off x="2874764" y="-1217414"/>
            <a:ext cx="3394472" cy="8229600"/>
          </a:xfrm>
          <a:prstGeom prst="rect">
            <a:avLst/>
          </a:prstGeom>
          <a:noFill/>
          <a:ln>
            <a:noFill/>
          </a:ln>
        </p:spPr>
        <p:txBody>
          <a:bodyPr anchorCtr="0" anchor="t" bIns="30375" lIns="60775" spcFirstLastPara="1" rIns="60775" wrap="square" tIns="303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03" name="Google Shape;103;p21"/>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6" name="Shape 106"/>
        <p:cNvGrpSpPr/>
        <p:nvPr/>
      </p:nvGrpSpPr>
      <p:grpSpPr>
        <a:xfrm>
          <a:off x="0" y="0"/>
          <a:ext cx="0" cy="0"/>
          <a:chOff x="0" y="0"/>
          <a:chExt cx="0" cy="0"/>
        </a:xfrm>
      </p:grpSpPr>
      <p:sp>
        <p:nvSpPr>
          <p:cNvPr id="107" name="Google Shape;107;p22"/>
          <p:cNvSpPr txBox="1"/>
          <p:nvPr>
            <p:ph type="title"/>
          </p:nvPr>
        </p:nvSpPr>
        <p:spPr>
          <a:xfrm rot="5400000">
            <a:off x="5463779" y="1371602"/>
            <a:ext cx="4388644" cy="2057400"/>
          </a:xfrm>
          <a:prstGeom prst="rect">
            <a:avLst/>
          </a:prstGeom>
          <a:noFill/>
          <a:ln>
            <a:noFill/>
          </a:ln>
        </p:spPr>
        <p:txBody>
          <a:bodyPr anchorCtr="0" anchor="ctr" bIns="30375" lIns="60775" spcFirstLastPara="1" rIns="60775" wrap="square" tIns="303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2"/>
          <p:cNvSpPr txBox="1"/>
          <p:nvPr>
            <p:ph idx="1" type="body"/>
          </p:nvPr>
        </p:nvSpPr>
        <p:spPr>
          <a:xfrm rot="5400000">
            <a:off x="1272779" y="-609598"/>
            <a:ext cx="4388644" cy="6019800"/>
          </a:xfrm>
          <a:prstGeom prst="rect">
            <a:avLst/>
          </a:prstGeom>
          <a:noFill/>
          <a:ln>
            <a:noFill/>
          </a:ln>
        </p:spPr>
        <p:txBody>
          <a:bodyPr anchorCtr="0" anchor="t" bIns="30375" lIns="60775" spcFirstLastPara="1" rIns="60775" wrap="square" tIns="303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09" name="Google Shape;109;p22"/>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22"/>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8" name="Shape 118"/>
        <p:cNvGrpSpPr/>
        <p:nvPr/>
      </p:nvGrpSpPr>
      <p:grpSpPr>
        <a:xfrm>
          <a:off x="0" y="0"/>
          <a:ext cx="0" cy="0"/>
          <a:chOff x="0" y="0"/>
          <a:chExt cx="0" cy="0"/>
        </a:xfrm>
      </p:grpSpPr>
      <p:sp>
        <p:nvSpPr>
          <p:cNvPr id="119" name="Google Shape;119;p24"/>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4"/>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1" name="Google Shape;121;p24"/>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3" name="Google Shape;123;p24"/>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2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9" name="Google Shape;129;p2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30" name="Google Shape;130;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3" name="Shape 133"/>
        <p:cNvGrpSpPr/>
        <p:nvPr/>
      </p:nvGrpSpPr>
      <p:grpSpPr>
        <a:xfrm>
          <a:off x="0" y="0"/>
          <a:ext cx="0" cy="0"/>
          <a:chOff x="0" y="0"/>
          <a:chExt cx="0" cy="0"/>
        </a:xfrm>
      </p:grpSpPr>
      <p:sp>
        <p:nvSpPr>
          <p:cNvPr id="134" name="Google Shape;134;p2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5" name="Google Shape;135;p2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9" name="Shape 139"/>
        <p:cNvGrpSpPr/>
        <p:nvPr/>
      </p:nvGrpSpPr>
      <p:grpSpPr>
        <a:xfrm>
          <a:off x="0" y="0"/>
          <a:ext cx="0" cy="0"/>
          <a:chOff x="0" y="0"/>
          <a:chExt cx="0" cy="0"/>
        </a:xfrm>
      </p:grpSpPr>
      <p:sp>
        <p:nvSpPr>
          <p:cNvPr id="140" name="Google Shape;140;p27"/>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1" name="Google Shape;141;p27"/>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42" name="Google Shape;142;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 name="Google Shape;144;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5" name="Shape 145"/>
        <p:cNvGrpSpPr/>
        <p:nvPr/>
      </p:nvGrpSpPr>
      <p:grpSpPr>
        <a:xfrm>
          <a:off x="0" y="0"/>
          <a:ext cx="0" cy="0"/>
          <a:chOff x="0" y="0"/>
          <a:chExt cx="0" cy="0"/>
        </a:xfrm>
      </p:grpSpPr>
      <p:sp>
        <p:nvSpPr>
          <p:cNvPr id="146" name="Google Shape;146;p2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7" name="Google Shape;147;p28"/>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28"/>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1" name="Google Shape;151;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 name="Shape 152"/>
        <p:cNvGrpSpPr/>
        <p:nvPr/>
      </p:nvGrpSpPr>
      <p:grpSpPr>
        <a:xfrm>
          <a:off x="0" y="0"/>
          <a:ext cx="0" cy="0"/>
          <a:chOff x="0" y="0"/>
          <a:chExt cx="0" cy="0"/>
        </a:xfrm>
      </p:grpSpPr>
      <p:sp>
        <p:nvSpPr>
          <p:cNvPr id="153" name="Google Shape;153;p2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4" name="Google Shape;154;p2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2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3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9" name="Google Shape;159;p3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0" name="Google Shape;160;p3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1" name="Shape 161"/>
        <p:cNvGrpSpPr/>
        <p:nvPr/>
      </p:nvGrpSpPr>
      <p:grpSpPr>
        <a:xfrm>
          <a:off x="0" y="0"/>
          <a:ext cx="0" cy="0"/>
          <a:chOff x="0" y="0"/>
          <a:chExt cx="0" cy="0"/>
        </a:xfrm>
      </p:grpSpPr>
      <p:sp>
        <p:nvSpPr>
          <p:cNvPr id="162" name="Google Shape;162;p3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3" name="Google Shape;163;p3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64" name="Google Shape;164;p3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65" name="Google Shape;165;p3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3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7" name="Google Shape;167;p3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8" name="Shape 168"/>
        <p:cNvGrpSpPr/>
        <p:nvPr/>
      </p:nvGrpSpPr>
      <p:grpSpPr>
        <a:xfrm>
          <a:off x="0" y="0"/>
          <a:ext cx="0" cy="0"/>
          <a:chOff x="0" y="0"/>
          <a:chExt cx="0" cy="0"/>
        </a:xfrm>
      </p:grpSpPr>
      <p:sp>
        <p:nvSpPr>
          <p:cNvPr id="169" name="Google Shape;169;p3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0" name="Google Shape;170;p32"/>
          <p:cNvSpPr/>
          <p:nvPr>
            <p:ph idx="2" type="pic"/>
          </p:nvPr>
        </p:nvSpPr>
        <p:spPr>
          <a:xfrm>
            <a:off x="3887391" y="740569"/>
            <a:ext cx="4629150" cy="3655219"/>
          </a:xfrm>
          <a:prstGeom prst="rect">
            <a:avLst/>
          </a:prstGeom>
          <a:noFill/>
          <a:ln>
            <a:noFill/>
          </a:ln>
        </p:spPr>
      </p:sp>
      <p:sp>
        <p:nvSpPr>
          <p:cNvPr id="171" name="Google Shape;171;p3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72" name="Google Shape;172;p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3" name="Google Shape;173;p3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4" name="Google Shape;174;p3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5" name="Shape 175"/>
        <p:cNvGrpSpPr/>
        <p:nvPr/>
      </p:nvGrpSpPr>
      <p:grpSpPr>
        <a:xfrm>
          <a:off x="0" y="0"/>
          <a:ext cx="0" cy="0"/>
          <a:chOff x="0" y="0"/>
          <a:chExt cx="0" cy="0"/>
        </a:xfrm>
      </p:grpSpPr>
      <p:sp>
        <p:nvSpPr>
          <p:cNvPr id="176" name="Google Shape;176;p3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7" name="Google Shape;177;p3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3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9" name="Google Shape;179;p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0" name="Google Shape;180;p3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1" name="Shape 181"/>
        <p:cNvGrpSpPr/>
        <p:nvPr/>
      </p:nvGrpSpPr>
      <p:grpSpPr>
        <a:xfrm>
          <a:off x="0" y="0"/>
          <a:ext cx="0" cy="0"/>
          <a:chOff x="0" y="0"/>
          <a:chExt cx="0" cy="0"/>
        </a:xfrm>
      </p:grpSpPr>
      <p:sp>
        <p:nvSpPr>
          <p:cNvPr id="182" name="Google Shape;182;p3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3" name="Google Shape;183;p3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4" name="Google Shape;184;p3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3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6" name="Google Shape;186;p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4.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2.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30375" lIns="60775" spcFirstLastPara="1" rIns="60775" wrap="square" tIns="30375">
            <a:normAutofit/>
          </a:bodyPr>
          <a:lstStyle>
            <a:lvl1pPr lvl="0" marR="0" rtl="0" algn="ctr">
              <a:lnSpc>
                <a:spcPct val="100000"/>
              </a:lnSpc>
              <a:spcBef>
                <a:spcPts val="0"/>
              </a:spcBef>
              <a:spcAft>
                <a:spcPts val="0"/>
              </a:spcAft>
              <a:buClr>
                <a:schemeClr val="dk1"/>
              </a:buClr>
              <a:buSzPts val="3500"/>
              <a:buFont typeface="Calibri"/>
              <a:buNone/>
              <a:defRPr b="0" i="0" sz="35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200" y="1200151"/>
            <a:ext cx="8229600" cy="3394472"/>
          </a:xfrm>
          <a:prstGeom prst="rect">
            <a:avLst/>
          </a:prstGeom>
          <a:noFill/>
          <a:ln>
            <a:noFill/>
          </a:ln>
        </p:spPr>
        <p:txBody>
          <a:bodyPr anchorCtr="0" anchor="t" bIns="30375" lIns="60775" spcFirstLastPara="1" rIns="60775" wrap="square" tIns="30375">
            <a:normAutofit/>
          </a:bodyPr>
          <a:lstStyle>
            <a:lvl1pPr indent="-387350" lvl="0" marL="457200" marR="0" rtl="0" algn="l">
              <a:lnSpc>
                <a:spcPct val="100000"/>
              </a:lnSpc>
              <a:spcBef>
                <a:spcPts val="500"/>
              </a:spcBef>
              <a:spcAft>
                <a:spcPts val="0"/>
              </a:spcAft>
              <a:buClr>
                <a:schemeClr val="dk1"/>
              </a:buClr>
              <a:buSzPts val="2500"/>
              <a:buFont typeface="Arial"/>
              <a:buChar char="•"/>
              <a:defRPr b="0" i="0" sz="2500" u="none" cap="none" strike="noStrike">
                <a:solidFill>
                  <a:schemeClr val="dk1"/>
                </a:solidFill>
                <a:latin typeface="Calibri"/>
                <a:ea typeface="Calibri"/>
                <a:cs typeface="Calibri"/>
                <a:sym typeface="Calibri"/>
              </a:defRPr>
            </a:lvl1pPr>
            <a:lvl2pPr indent="-374650" lvl="1" marL="914400" marR="0" rtl="0" algn="l">
              <a:lnSpc>
                <a:spcPct val="100000"/>
              </a:lnSpc>
              <a:spcBef>
                <a:spcPts val="50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2pPr>
            <a:lvl3pPr indent="-349250" lvl="2" marL="1371600" marR="0" rtl="0" algn="l">
              <a:lnSpc>
                <a:spcPct val="100000"/>
              </a:lnSpc>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5"/>
            <a:ext cx="2133600" cy="273844"/>
          </a:xfrm>
          <a:prstGeom prst="rect">
            <a:avLst/>
          </a:prstGeom>
          <a:noFill/>
          <a:ln>
            <a:noFill/>
          </a:ln>
        </p:spPr>
        <p:txBody>
          <a:bodyPr anchorCtr="0" anchor="ctr" bIns="30375" lIns="60775" spcFirstLastPara="1" rIns="60775" wrap="square" tIns="30375">
            <a:noAutofit/>
          </a:bodyPr>
          <a:lstStyle>
            <a:lvl1pPr lvl="0" marR="0" rtl="0" algn="l">
              <a:lnSpc>
                <a:spcPct val="100000"/>
              </a:lnSpc>
              <a:spcBef>
                <a:spcPts val="0"/>
              </a:spcBef>
              <a:spcAft>
                <a:spcPts val="0"/>
              </a:spcAft>
              <a:buClr>
                <a:srgbClr val="000000"/>
              </a:buClr>
              <a:buSzPts val="1100"/>
              <a:buFont typeface="Arial"/>
              <a:buNone/>
              <a:defRPr b="0" i="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5"/>
            <a:ext cx="2895600" cy="273844"/>
          </a:xfrm>
          <a:prstGeom prst="rect">
            <a:avLst/>
          </a:prstGeom>
          <a:noFill/>
          <a:ln>
            <a:noFill/>
          </a:ln>
        </p:spPr>
        <p:txBody>
          <a:bodyPr anchorCtr="0" anchor="ctr" bIns="30375" lIns="60775" spcFirstLastPara="1" rIns="60775" wrap="square" tIns="30375">
            <a:noAutofit/>
          </a:bodyPr>
          <a:lstStyle>
            <a:lvl1pPr lvl="0" marR="0" rtl="0" algn="ctr">
              <a:lnSpc>
                <a:spcPct val="100000"/>
              </a:lnSpc>
              <a:spcBef>
                <a:spcPts val="0"/>
              </a:spcBef>
              <a:spcAft>
                <a:spcPts val="0"/>
              </a:spcAft>
              <a:buClr>
                <a:srgbClr val="000000"/>
              </a:buClr>
              <a:buSzPts val="1100"/>
              <a:buFont typeface="Arial"/>
              <a:buNone/>
              <a:defRPr b="0" i="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5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5"/>
            <a:ext cx="2133600" cy="273844"/>
          </a:xfrm>
          <a:prstGeom prst="rect">
            <a:avLst/>
          </a:prstGeom>
          <a:noFill/>
          <a:ln>
            <a:noFill/>
          </a:ln>
        </p:spPr>
        <p:txBody>
          <a:bodyPr anchorCtr="0" anchor="ctr" bIns="30375" lIns="60775" spcFirstLastPara="1" rIns="60775" wrap="square" tIns="3037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4" name="Google Shape;114;p2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15" name="Google Shape;115;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16" name="Google Shape;116;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17" name="Google Shape;117;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hyperlink" Target="https://drive.google.com/file/d/1GB0jF83XdDpzzXJ6PAaEapFPLb30O5X6/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35"/>
          <p:cNvSpPr txBox="1"/>
          <p:nvPr>
            <p:ph type="ctrTitle"/>
          </p:nvPr>
        </p:nvSpPr>
        <p:spPr>
          <a:xfrm>
            <a:off x="673816" y="2374491"/>
            <a:ext cx="7777931" cy="1104362"/>
          </a:xfrm>
          <a:prstGeom prst="rect">
            <a:avLst/>
          </a:prstGeom>
          <a:noFill/>
          <a:ln>
            <a:noFill/>
          </a:ln>
        </p:spPr>
        <p:txBody>
          <a:bodyPr anchorCtr="0" anchor="ctr" bIns="30375" lIns="60775" spcFirstLastPara="1" rIns="60775" wrap="square" tIns="30375">
            <a:normAutofit fontScale="90000"/>
          </a:bodyPr>
          <a:lstStyle/>
          <a:p>
            <a:pPr indent="0" lvl="0" marL="0" rtl="0" algn="ctr">
              <a:lnSpc>
                <a:spcPct val="100000"/>
              </a:lnSpc>
              <a:spcBef>
                <a:spcPts val="0"/>
              </a:spcBef>
              <a:spcAft>
                <a:spcPts val="0"/>
              </a:spcAft>
              <a:buSzPct val="104210"/>
              <a:buNone/>
            </a:pPr>
            <a:r>
              <a:rPr lang="en-GB" sz="3167">
                <a:latin typeface="Times New Roman"/>
                <a:ea typeface="Times New Roman"/>
                <a:cs typeface="Times New Roman"/>
                <a:sym typeface="Times New Roman"/>
              </a:rPr>
              <a:t>TITLE</a:t>
            </a:r>
            <a:br>
              <a:rPr lang="en-GB">
                <a:latin typeface="Times New Roman"/>
                <a:ea typeface="Times New Roman"/>
                <a:cs typeface="Times New Roman"/>
                <a:sym typeface="Times New Roman"/>
              </a:rPr>
            </a:br>
            <a:r>
              <a:rPr lang="en-GB" sz="2100">
                <a:latin typeface="Times New Roman"/>
                <a:ea typeface="Times New Roman"/>
                <a:cs typeface="Times New Roman"/>
                <a:sym typeface="Times New Roman"/>
              </a:rPr>
              <a:t>Under the Guidance of </a:t>
            </a:r>
            <a:br>
              <a:rPr lang="en-GB" sz="2100">
                <a:latin typeface="Times New Roman"/>
                <a:ea typeface="Times New Roman"/>
                <a:cs typeface="Times New Roman"/>
                <a:sym typeface="Times New Roman"/>
              </a:rPr>
            </a:br>
            <a:r>
              <a:rPr lang="en-GB" sz="3000">
                <a:latin typeface="Times New Roman"/>
                <a:ea typeface="Times New Roman"/>
                <a:cs typeface="Times New Roman"/>
                <a:sym typeface="Times New Roman"/>
              </a:rPr>
              <a:t>Ms. T N SriRanjani</a:t>
            </a:r>
            <a:endParaRPr>
              <a:latin typeface="Times New Roman"/>
              <a:ea typeface="Times New Roman"/>
              <a:cs typeface="Times New Roman"/>
              <a:sym typeface="Times New Roman"/>
            </a:endParaRPr>
          </a:p>
        </p:txBody>
      </p:sp>
      <p:sp>
        <p:nvSpPr>
          <p:cNvPr id="192" name="Google Shape;192;p35"/>
          <p:cNvSpPr txBox="1"/>
          <p:nvPr/>
        </p:nvSpPr>
        <p:spPr>
          <a:xfrm>
            <a:off x="5464199" y="3867649"/>
            <a:ext cx="3679800" cy="1362300"/>
          </a:xfrm>
          <a:prstGeom prst="rect">
            <a:avLst/>
          </a:prstGeom>
          <a:noFill/>
          <a:ln>
            <a:noFill/>
          </a:ln>
        </p:spPr>
        <p:txBody>
          <a:bodyPr anchorCtr="0" anchor="ctr" bIns="30375" lIns="60775" spcFirstLastPara="1" rIns="60775" wrap="square" tIns="30375">
            <a:normAutofit fontScale="32500" lnSpcReduction="10000"/>
          </a:bodyPr>
          <a:lstStyle/>
          <a:p>
            <a:pPr indent="0" lvl="0" marL="0" marR="0" rtl="0" algn="ctr">
              <a:lnSpc>
                <a:spcPct val="100000"/>
              </a:lnSpc>
              <a:spcBef>
                <a:spcPts val="0"/>
              </a:spcBef>
              <a:spcAft>
                <a:spcPts val="0"/>
              </a:spcAft>
              <a:buClr>
                <a:srgbClr val="000000"/>
              </a:buClr>
              <a:buSzPct val="34797"/>
              <a:buFont typeface="Calibri"/>
              <a:buNone/>
            </a:pPr>
            <a:r>
              <a:rPr b="1" i="0" lang="en-GB" sz="4885" u="none" cap="none" strike="noStrike">
                <a:solidFill>
                  <a:srgbClr val="000000"/>
                </a:solidFill>
                <a:latin typeface="Times New Roman"/>
                <a:ea typeface="Times New Roman"/>
                <a:cs typeface="Times New Roman"/>
                <a:sym typeface="Times New Roman"/>
              </a:rPr>
              <a:t>Team members:</a:t>
            </a:r>
            <a:endParaRPr b="1" sz="4185"/>
          </a:p>
          <a:p>
            <a:pPr indent="0" lvl="0" marL="0" marR="0" rtl="0" algn="ctr">
              <a:lnSpc>
                <a:spcPct val="100000"/>
              </a:lnSpc>
              <a:spcBef>
                <a:spcPts val="0"/>
              </a:spcBef>
              <a:spcAft>
                <a:spcPts val="0"/>
              </a:spcAft>
              <a:buClr>
                <a:srgbClr val="000000"/>
              </a:buClr>
              <a:buSzPct val="34797"/>
              <a:buFont typeface="Calibri"/>
              <a:buNone/>
            </a:pPr>
            <a:r>
              <a:rPr lang="en-GB" sz="4885">
                <a:latin typeface="Times New Roman"/>
                <a:ea typeface="Times New Roman"/>
                <a:cs typeface="Times New Roman"/>
                <a:sym typeface="Times New Roman"/>
              </a:rPr>
              <a:t>A Sai Vijaya - 23BD1A1203</a:t>
            </a:r>
            <a:endParaRPr b="0" i="0" sz="4885"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ct val="34797"/>
              <a:buFont typeface="Calibri"/>
              <a:buNone/>
            </a:pPr>
            <a:r>
              <a:rPr lang="en-GB" sz="4885">
                <a:latin typeface="Times New Roman"/>
                <a:ea typeface="Times New Roman"/>
                <a:cs typeface="Times New Roman"/>
                <a:sym typeface="Times New Roman"/>
              </a:rPr>
              <a:t>B Aditya - 23BD1A1212</a:t>
            </a:r>
            <a:endParaRPr sz="4885">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ct val="34797"/>
              <a:buFont typeface="Calibri"/>
              <a:buNone/>
            </a:pPr>
            <a:r>
              <a:rPr lang="en-GB" sz="4885">
                <a:latin typeface="Times New Roman"/>
                <a:ea typeface="Times New Roman"/>
                <a:cs typeface="Times New Roman"/>
                <a:sym typeface="Times New Roman"/>
              </a:rPr>
              <a:t>K Abhignya Shanthi Durga - 23BD1A1228</a:t>
            </a:r>
            <a:endParaRPr sz="4885">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ct val="34797"/>
              <a:buFont typeface="Calibri"/>
              <a:buNone/>
            </a:pPr>
            <a:r>
              <a:rPr lang="en-GB" sz="4885">
                <a:latin typeface="Times New Roman"/>
                <a:ea typeface="Times New Roman"/>
                <a:cs typeface="Times New Roman"/>
                <a:sym typeface="Times New Roman"/>
              </a:rPr>
              <a:t>B Pranathi - 23BD1A1253</a:t>
            </a:r>
            <a:endParaRPr sz="4885">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ct val="97143"/>
              <a:buFont typeface="Calibri"/>
              <a:buNone/>
            </a:pPr>
            <a:r>
              <a:rPr b="0" i="0" lang="en-GB" sz="3500" u="none" cap="none" strike="noStrike">
                <a:solidFill>
                  <a:srgbClr val="000000"/>
                </a:solidFill>
                <a:latin typeface="Times New Roman"/>
                <a:ea typeface="Times New Roman"/>
                <a:cs typeface="Times New Roman"/>
                <a:sym typeface="Times New Roman"/>
              </a:rPr>
              <a:t> </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Abstract</a:t>
            </a:r>
            <a:endParaRPr/>
          </a:p>
        </p:txBody>
      </p:sp>
      <p:sp>
        <p:nvSpPr>
          <p:cNvPr id="198" name="Google Shape;198;p36"/>
          <p:cNvSpPr txBox="1"/>
          <p:nvPr>
            <p:ph idx="2" type="body"/>
          </p:nvPr>
        </p:nvSpPr>
        <p:spPr>
          <a:xfrm>
            <a:off x="420325" y="864450"/>
            <a:ext cx="8303400" cy="4091700"/>
          </a:xfrm>
          <a:prstGeom prst="rect">
            <a:avLst/>
          </a:prstGeom>
          <a:noFill/>
          <a:ln>
            <a:noFill/>
          </a:ln>
        </p:spPr>
        <p:txBody>
          <a:bodyPr anchorCtr="0" anchor="t" bIns="34275" lIns="68575" spcFirstLastPara="1" rIns="68575" wrap="square" tIns="34275">
            <a:normAutofit fontScale="70000" lnSpcReduction="10000"/>
          </a:bodyPr>
          <a:lstStyle/>
          <a:p>
            <a:pPr indent="0" lvl="0" marL="0" rtl="0" algn="l">
              <a:lnSpc>
                <a:spcPct val="115000"/>
              </a:lnSpc>
              <a:spcBef>
                <a:spcPts val="1200"/>
              </a:spcBef>
              <a:spcAft>
                <a:spcPts val="0"/>
              </a:spcAft>
              <a:buClr>
                <a:schemeClr val="dk1"/>
              </a:buClr>
              <a:buSzPct val="52381"/>
              <a:buFont typeface="Arial"/>
              <a:buNone/>
            </a:pPr>
            <a:r>
              <a:rPr lang="en-GB">
                <a:latin typeface="Arial"/>
                <a:ea typeface="Arial"/>
                <a:cs typeface="Arial"/>
                <a:sym typeface="Arial"/>
              </a:rPr>
              <a:t>The rapid spread of fake news across digital platforms has become a major societal concern, influencing public opinion and decision-making. Existing fake news detection models primarily rely on textual analysis or multimodal content understanding but often fail to perform logical fact verification and explain their decisions. Recent Retrieval-Augmented Generation (RAG) based systems improve verification by retrieving external evidence before making predictions. However, these systems treat retrieved documents independently and fail to capture relationships among entities, events, and evidence.</a:t>
            </a:r>
            <a:endParaRPr>
              <a:latin typeface="Arial"/>
              <a:ea typeface="Arial"/>
              <a:cs typeface="Arial"/>
              <a:sym typeface="Arial"/>
            </a:endParaRPr>
          </a:p>
          <a:p>
            <a:pPr indent="0" lvl="0" marL="0" rtl="0" algn="l">
              <a:lnSpc>
                <a:spcPct val="115000"/>
              </a:lnSpc>
              <a:spcBef>
                <a:spcPts val="1200"/>
              </a:spcBef>
              <a:spcAft>
                <a:spcPts val="0"/>
              </a:spcAft>
              <a:buClr>
                <a:schemeClr val="dk1"/>
              </a:buClr>
              <a:buSzPct val="52381"/>
              <a:buFont typeface="Arial"/>
              <a:buNone/>
            </a:pPr>
            <a:r>
              <a:rPr lang="en-GB">
                <a:latin typeface="Arial"/>
                <a:ea typeface="Arial"/>
                <a:cs typeface="Arial"/>
                <a:sym typeface="Arial"/>
              </a:rPr>
              <a:t>This project proposes a </a:t>
            </a:r>
            <a:r>
              <a:rPr b="1" lang="en-GB">
                <a:latin typeface="Arial"/>
                <a:ea typeface="Arial"/>
                <a:cs typeface="Arial"/>
                <a:sym typeface="Arial"/>
              </a:rPr>
              <a:t>Multimodal Fake News Detection System</a:t>
            </a:r>
            <a:r>
              <a:rPr lang="en-GB">
                <a:latin typeface="Arial"/>
                <a:ea typeface="Arial"/>
                <a:cs typeface="Arial"/>
                <a:sym typeface="Arial"/>
              </a:rPr>
              <a:t> that combines </a:t>
            </a:r>
            <a:r>
              <a:rPr b="1" lang="en-GB">
                <a:latin typeface="Arial"/>
                <a:ea typeface="Arial"/>
                <a:cs typeface="Arial"/>
                <a:sym typeface="Arial"/>
              </a:rPr>
              <a:t>Retrieval-Augmented Generation (RAG)</a:t>
            </a:r>
            <a:r>
              <a:rPr lang="en-GB">
                <a:latin typeface="Arial"/>
                <a:ea typeface="Arial"/>
                <a:cs typeface="Arial"/>
                <a:sym typeface="Arial"/>
              </a:rPr>
              <a:t>, </a:t>
            </a:r>
            <a:r>
              <a:rPr b="1" lang="en-GB">
                <a:latin typeface="Arial"/>
                <a:ea typeface="Arial"/>
                <a:cs typeface="Arial"/>
                <a:sym typeface="Arial"/>
              </a:rPr>
              <a:t>Knowledge Graphs (KG)</a:t>
            </a:r>
            <a:r>
              <a:rPr lang="en-GB">
                <a:latin typeface="Arial"/>
                <a:ea typeface="Arial"/>
                <a:cs typeface="Arial"/>
                <a:sym typeface="Arial"/>
              </a:rPr>
              <a:t>, </a:t>
            </a:r>
            <a:r>
              <a:rPr b="1" lang="en-GB">
                <a:latin typeface="Arial"/>
                <a:ea typeface="Arial"/>
                <a:cs typeface="Arial"/>
                <a:sym typeface="Arial"/>
              </a:rPr>
              <a:t>Graph Neural Networks (GNNs)</a:t>
            </a:r>
            <a:r>
              <a:rPr lang="en-GB">
                <a:latin typeface="Arial"/>
                <a:ea typeface="Arial"/>
                <a:cs typeface="Arial"/>
                <a:sym typeface="Arial"/>
              </a:rPr>
              <a:t>, and </a:t>
            </a:r>
            <a:r>
              <a:rPr b="1" lang="en-GB">
                <a:latin typeface="Arial"/>
                <a:ea typeface="Arial"/>
                <a:cs typeface="Arial"/>
                <a:sym typeface="Arial"/>
              </a:rPr>
              <a:t>Large Language Models (LLMs)</a:t>
            </a:r>
            <a:r>
              <a:rPr lang="en-GB">
                <a:latin typeface="Arial"/>
                <a:ea typeface="Arial"/>
                <a:cs typeface="Arial"/>
                <a:sym typeface="Arial"/>
              </a:rPr>
              <a:t> to perform explainable and accurate fake news detection. The system retrieves evidence from trusted sources, constructs a knowledge graph representing relationships among claims and retrieved evidence, applies a Graph Attention Network (GAT) to learn contextual relationships, and finally uses an LLM for reasoning and explanation generation. The proposed model aims to improve classification accuracy, explainability, and real-time verification capabilities over existing approaches.</a:t>
            </a:r>
            <a:endParaRPr>
              <a:latin typeface="Arial"/>
              <a:ea typeface="Arial"/>
              <a:cs typeface="Arial"/>
              <a:sym typeface="Arial"/>
            </a:endParaRPr>
          </a:p>
          <a:p>
            <a:pPr indent="-38100" lvl="0" marL="177800" rtl="0" algn="l">
              <a:lnSpc>
                <a:spcPct val="90000"/>
              </a:lnSpc>
              <a:spcBef>
                <a:spcPts val="1200"/>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Base paper</a:t>
            </a:r>
            <a:endParaRPr/>
          </a:p>
        </p:txBody>
      </p:sp>
      <p:sp>
        <p:nvSpPr>
          <p:cNvPr id="204" name="Google Shape;204;p37"/>
          <p:cNvSpPr txBox="1"/>
          <p:nvPr>
            <p:ph idx="2" type="body"/>
          </p:nvPr>
        </p:nvSpPr>
        <p:spPr>
          <a:xfrm>
            <a:off x="420325" y="936500"/>
            <a:ext cx="8303400" cy="40197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1400"/>
              </a:spcBef>
              <a:spcAft>
                <a:spcPts val="0"/>
              </a:spcAft>
              <a:buClr>
                <a:schemeClr val="dk1"/>
              </a:buClr>
              <a:buSzPts val="1100"/>
              <a:buNone/>
            </a:pPr>
            <a:r>
              <a:rPr b="1" lang="en-GB" sz="1600">
                <a:latin typeface="Arial"/>
                <a:ea typeface="Arial"/>
                <a:cs typeface="Arial"/>
                <a:sym typeface="Arial"/>
              </a:rPr>
              <a:t>Paper Title: </a:t>
            </a:r>
            <a:r>
              <a:rPr lang="en-GB" sz="1400">
                <a:latin typeface="Arial"/>
                <a:ea typeface="Arial"/>
                <a:cs typeface="Arial"/>
                <a:sym typeface="Arial"/>
              </a:rPr>
              <a:t>Multimodal Misinformation Detection Across Diverse Languages Using Retrieval-Augmented Generation and Large Language Models </a:t>
            </a:r>
            <a:endParaRPr sz="14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GB" sz="1400" u="sng">
                <a:solidFill>
                  <a:schemeClr val="hlink"/>
                </a:solidFill>
                <a:latin typeface="Arial"/>
                <a:ea typeface="Arial"/>
                <a:cs typeface="Arial"/>
                <a:sym typeface="Arial"/>
                <a:hlinkClick r:id="rId3"/>
              </a:rPr>
              <a:t>Link</a:t>
            </a:r>
            <a:endParaRPr b="1" sz="14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GB" sz="1600">
                <a:latin typeface="Arial"/>
                <a:ea typeface="Arial"/>
                <a:cs typeface="Arial"/>
                <a:sym typeface="Arial"/>
              </a:rPr>
              <a:t>Publisher : </a:t>
            </a:r>
            <a:r>
              <a:rPr lang="en-GB" sz="1400">
                <a:latin typeface="Arial"/>
                <a:ea typeface="Arial"/>
                <a:cs typeface="Arial"/>
                <a:sym typeface="Arial"/>
              </a:rPr>
              <a:t>Springer</a:t>
            </a:r>
            <a:endParaRPr sz="14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GB" sz="1600">
                <a:latin typeface="Arial"/>
                <a:ea typeface="Arial"/>
                <a:cs typeface="Arial"/>
                <a:sym typeface="Arial"/>
              </a:rPr>
              <a:t>Year : </a:t>
            </a:r>
            <a:r>
              <a:rPr lang="en-GB" sz="1400">
                <a:latin typeface="Arial"/>
                <a:ea typeface="Arial"/>
                <a:cs typeface="Arial"/>
                <a:sym typeface="Arial"/>
              </a:rPr>
              <a:t>2026</a:t>
            </a:r>
            <a:endParaRPr sz="14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GB" sz="1600">
                <a:latin typeface="Arial"/>
                <a:ea typeface="Arial"/>
                <a:cs typeface="Arial"/>
                <a:sym typeface="Arial"/>
              </a:rPr>
              <a:t>Technologies Used: </a:t>
            </a:r>
            <a:endParaRPr b="1" sz="1600">
              <a:latin typeface="Arial"/>
              <a:ea typeface="Arial"/>
              <a:cs typeface="Arial"/>
              <a:sym typeface="Arial"/>
            </a:endParaRPr>
          </a:p>
          <a:p>
            <a:pPr indent="-317500" lvl="0" marL="457200" rtl="0" algn="l">
              <a:lnSpc>
                <a:spcPct val="100000"/>
              </a:lnSpc>
              <a:spcBef>
                <a:spcPts val="1200"/>
              </a:spcBef>
              <a:spcAft>
                <a:spcPts val="0"/>
              </a:spcAft>
              <a:buSzPts val="1400"/>
              <a:buChar char="●"/>
            </a:pPr>
            <a:r>
              <a:rPr lang="en-GB" sz="1400">
                <a:latin typeface="Arial"/>
                <a:ea typeface="Arial"/>
                <a:cs typeface="Arial"/>
                <a:sym typeface="Arial"/>
              </a:rPr>
              <a:t>Retrieval-Augmented Generation (RAG)</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Large Language Models (LLMs)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Vision Language Models (Qwen2-VL/LLaVA)</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Multimodal Embeddings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Cross-Lingual Retrieval</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Prompt Engineering</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GB" sz="1400">
                <a:latin typeface="Arial"/>
                <a:ea typeface="Arial"/>
                <a:cs typeface="Arial"/>
                <a:sym typeface="Arial"/>
              </a:rPr>
              <a:t>Fact Verification</a:t>
            </a:r>
            <a:endParaRPr sz="1400">
              <a:latin typeface="Arial"/>
              <a:ea typeface="Arial"/>
              <a:cs typeface="Arial"/>
              <a:sym typeface="Arial"/>
            </a:endParaRPr>
          </a:p>
          <a:p>
            <a:pPr indent="-38100" lvl="0" marL="177800" rtl="0" algn="l">
              <a:lnSpc>
                <a:spcPct val="90000"/>
              </a:lnSpc>
              <a:spcBef>
                <a:spcPts val="1200"/>
              </a:spcBef>
              <a:spcAft>
                <a:spcPts val="0"/>
              </a:spcAft>
              <a:buClr>
                <a:schemeClr val="dk1"/>
              </a:buClr>
              <a:buSzPts val="21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256650" y="0"/>
            <a:ext cx="7973100" cy="528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sz="2800"/>
              <a:t>Literature Survey</a:t>
            </a:r>
            <a:endParaRPr sz="2800"/>
          </a:p>
        </p:txBody>
      </p:sp>
      <p:sp>
        <p:nvSpPr>
          <p:cNvPr id="210" name="Google Shape;210;p38"/>
          <p:cNvSpPr txBox="1"/>
          <p:nvPr>
            <p:ph idx="2" type="body"/>
          </p:nvPr>
        </p:nvSpPr>
        <p:spPr>
          <a:xfrm>
            <a:off x="256650" y="4516650"/>
            <a:ext cx="8630700" cy="7017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rPr b="1" lang="en-GB" sz="1500"/>
              <a:t>Research gap:</a:t>
            </a:r>
            <a:r>
              <a:rPr lang="en-GB" sz="1500"/>
              <a:t> Existing methods either perform graph-based classification or evidence-based verification. </a:t>
            </a:r>
            <a:endParaRPr sz="1500"/>
          </a:p>
          <a:p>
            <a:pPr indent="0" lvl="0" marL="0" rtl="0" algn="l">
              <a:lnSpc>
                <a:spcPct val="90000"/>
              </a:lnSpc>
              <a:spcBef>
                <a:spcPts val="0"/>
              </a:spcBef>
              <a:spcAft>
                <a:spcPts val="0"/>
              </a:spcAft>
              <a:buClr>
                <a:schemeClr val="dk1"/>
              </a:buClr>
              <a:buSzPts val="2100"/>
              <a:buNone/>
            </a:pPr>
            <a:r>
              <a:rPr lang="en-GB" sz="1500"/>
              <a:t>The proposed system integrates GAT with RAG and LLM for accurate, explainable fake news detection. </a:t>
            </a:r>
            <a:endParaRPr sz="1500"/>
          </a:p>
        </p:txBody>
      </p:sp>
      <p:graphicFrame>
        <p:nvGraphicFramePr>
          <p:cNvPr id="211" name="Google Shape;211;p38"/>
          <p:cNvGraphicFramePr/>
          <p:nvPr/>
        </p:nvGraphicFramePr>
        <p:xfrm>
          <a:off x="0" y="528600"/>
          <a:ext cx="3000000" cy="3000000"/>
        </p:xfrm>
        <a:graphic>
          <a:graphicData uri="http://schemas.openxmlformats.org/drawingml/2006/table">
            <a:tbl>
              <a:tblPr>
                <a:noFill/>
                <a:tableStyleId>{EDDCD6AD-2A3C-4C43-A8A7-BA5F75082121}</a:tableStyleId>
              </a:tblPr>
              <a:tblGrid>
                <a:gridCol w="3048000"/>
                <a:gridCol w="3048000"/>
                <a:gridCol w="3048000"/>
              </a:tblGrid>
              <a:tr h="324875">
                <a:tc>
                  <a:txBody>
                    <a:bodyPr/>
                    <a:lstStyle/>
                    <a:p>
                      <a:pPr indent="0" lvl="0" marL="0" rtl="0" algn="ctr">
                        <a:lnSpc>
                          <a:spcPct val="115000"/>
                        </a:lnSpc>
                        <a:spcBef>
                          <a:spcPts val="1200"/>
                        </a:spcBef>
                        <a:spcAft>
                          <a:spcPts val="1200"/>
                        </a:spcAft>
                        <a:buNone/>
                      </a:pPr>
                      <a:r>
                        <a:rPr b="1" lang="en-GB" sz="1000"/>
                        <a:t>Paper</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A4C2F4"/>
                    </a:solidFill>
                  </a:tcPr>
                </a:tc>
                <a:tc>
                  <a:txBody>
                    <a:bodyPr/>
                    <a:lstStyle/>
                    <a:p>
                      <a:pPr indent="0" lvl="0" marL="0" rtl="0" algn="ctr">
                        <a:lnSpc>
                          <a:spcPct val="115000"/>
                        </a:lnSpc>
                        <a:spcBef>
                          <a:spcPts val="1200"/>
                        </a:spcBef>
                        <a:spcAft>
                          <a:spcPts val="1200"/>
                        </a:spcAft>
                        <a:buNone/>
                      </a:pPr>
                      <a:r>
                        <a:rPr b="1" lang="en-GB" sz="1000"/>
                        <a:t>Method</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A4C2F4"/>
                    </a:solidFill>
                  </a:tcPr>
                </a:tc>
                <a:tc>
                  <a:txBody>
                    <a:bodyPr/>
                    <a:lstStyle/>
                    <a:p>
                      <a:pPr indent="0" lvl="0" marL="0" rtl="0" algn="ctr">
                        <a:lnSpc>
                          <a:spcPct val="115000"/>
                        </a:lnSpc>
                        <a:spcBef>
                          <a:spcPts val="1200"/>
                        </a:spcBef>
                        <a:spcAft>
                          <a:spcPts val="1200"/>
                        </a:spcAft>
                        <a:buNone/>
                      </a:pPr>
                      <a:r>
                        <a:rPr b="1" lang="en-GB" sz="1000"/>
                        <a:t>Key limitation</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A4C2F4"/>
                    </a:solidFill>
                  </a:tcPr>
                </a:tc>
              </a:tr>
              <a:tr h="589950">
                <a:tc>
                  <a:txBody>
                    <a:bodyPr/>
                    <a:lstStyle/>
                    <a:p>
                      <a:pPr indent="0" lvl="0" marL="0" rtl="0" algn="l">
                        <a:lnSpc>
                          <a:spcPct val="115000"/>
                        </a:lnSpc>
                        <a:spcBef>
                          <a:spcPts val="1200"/>
                        </a:spcBef>
                        <a:spcAft>
                          <a:spcPts val="1200"/>
                        </a:spcAft>
                        <a:buNone/>
                      </a:pPr>
                      <a:r>
                        <a:rPr lang="en-GB" sz="1300"/>
                        <a:t>BERT-based fake news detection (2023)</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BERT text classification</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No external evidence verification</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9950">
                <a:tc>
                  <a:txBody>
                    <a:bodyPr/>
                    <a:lstStyle/>
                    <a:p>
                      <a:pPr indent="0" lvl="0" marL="0" rtl="0" algn="l">
                        <a:lnSpc>
                          <a:spcPct val="115000"/>
                        </a:lnSpc>
                        <a:spcBef>
                          <a:spcPts val="1200"/>
                        </a:spcBef>
                        <a:spcAft>
                          <a:spcPts val="1200"/>
                        </a:spcAft>
                        <a:buNone/>
                      </a:pPr>
                      <a:r>
                        <a:rPr lang="en-GB" sz="1300"/>
                        <a:t>Graph-FakeNewsNet (ECIR 2023)</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Graph Attention Network (GAT)</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No explainability or evidence retrieval</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9950">
                <a:tc>
                  <a:txBody>
                    <a:bodyPr/>
                    <a:lstStyle/>
                    <a:p>
                      <a:pPr indent="0" lvl="0" marL="0" rtl="0" algn="l">
                        <a:lnSpc>
                          <a:spcPct val="115000"/>
                        </a:lnSpc>
                        <a:spcBef>
                          <a:spcPts val="1200"/>
                        </a:spcBef>
                        <a:spcAft>
                          <a:spcPts val="1200"/>
                        </a:spcAft>
                        <a:buNone/>
                      </a:pPr>
                      <a:r>
                        <a:rPr lang="en-GB" sz="1300"/>
                        <a:t>GNN-based fake news detection (2024)</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GCN / GAT models</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Limited factual reasoning</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9950">
                <a:tc>
                  <a:txBody>
                    <a:bodyPr/>
                    <a:lstStyle/>
                    <a:p>
                      <a:pPr indent="0" lvl="0" marL="0" rtl="0" algn="l">
                        <a:lnSpc>
                          <a:spcPct val="115000"/>
                        </a:lnSpc>
                        <a:spcBef>
                          <a:spcPts val="1200"/>
                        </a:spcBef>
                        <a:spcAft>
                          <a:spcPts val="1200"/>
                        </a:spcAft>
                        <a:buNone/>
                      </a:pPr>
                      <a:r>
                        <a:rPr lang="en-GB" sz="1300"/>
                        <a:t>RAG-based verification (2025)</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Retrieval-Augmented Generation</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No graph-based relationship modeling</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9950">
                <a:tc>
                  <a:txBody>
                    <a:bodyPr/>
                    <a:lstStyle/>
                    <a:p>
                      <a:pPr indent="0" lvl="0" marL="0" rtl="0" algn="l">
                        <a:lnSpc>
                          <a:spcPct val="115000"/>
                        </a:lnSpc>
                        <a:spcBef>
                          <a:spcPts val="1200"/>
                        </a:spcBef>
                        <a:spcAft>
                          <a:spcPts val="1200"/>
                        </a:spcAft>
                        <a:buNone/>
                      </a:pPr>
                      <a:r>
                        <a:rPr lang="en-GB" sz="1300"/>
                        <a:t>Multimodal RAG + LLM (Springer 2026)</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RAG + LLM</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No integration with graph reasoning</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9950">
                <a:tc>
                  <a:txBody>
                    <a:bodyPr/>
                    <a:lstStyle/>
                    <a:p>
                      <a:pPr indent="0" lvl="0" marL="0" rtl="0" algn="l">
                        <a:lnSpc>
                          <a:spcPct val="115000"/>
                        </a:lnSpc>
                        <a:spcBef>
                          <a:spcPts val="1200"/>
                        </a:spcBef>
                        <a:spcAft>
                          <a:spcPts val="1200"/>
                        </a:spcAft>
                        <a:buNone/>
                      </a:pPr>
                      <a:r>
                        <a:rPr lang="en-GB" sz="1300"/>
                        <a:t>Proposed system</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GAT + RAG + LLM</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GB" sz="1300"/>
                        <a:t>Graph learning + evidence verification + explainable prediction</a:t>
                      </a:r>
                      <a:endParaRPr sz="13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Existing System</a:t>
            </a:r>
            <a:endParaRPr/>
          </a:p>
        </p:txBody>
      </p:sp>
      <p:sp>
        <p:nvSpPr>
          <p:cNvPr id="217" name="Google Shape;217;p39"/>
          <p:cNvSpPr txBox="1"/>
          <p:nvPr>
            <p:ph idx="2" type="body"/>
          </p:nvPr>
        </p:nvSpPr>
        <p:spPr>
          <a:xfrm>
            <a:off x="420325" y="899000"/>
            <a:ext cx="8303400" cy="4184700"/>
          </a:xfrm>
          <a:prstGeom prst="rect">
            <a:avLst/>
          </a:prstGeom>
          <a:noFill/>
          <a:ln>
            <a:noFill/>
          </a:ln>
        </p:spPr>
        <p:txBody>
          <a:bodyPr anchorCtr="0" anchor="t" bIns="34275" lIns="68575" spcFirstLastPara="1" rIns="68575" wrap="square" tIns="34275">
            <a:noAutofit/>
          </a:bodyPr>
          <a:lstStyle/>
          <a:p>
            <a:pPr indent="0" lvl="0" marL="0" rtl="0" algn="l">
              <a:lnSpc>
                <a:spcPct val="95000"/>
              </a:lnSpc>
              <a:spcBef>
                <a:spcPts val="1200"/>
              </a:spcBef>
              <a:spcAft>
                <a:spcPts val="0"/>
              </a:spcAft>
              <a:buClr>
                <a:schemeClr val="dk1"/>
              </a:buClr>
              <a:buSzPts val="853"/>
              <a:buFont typeface="Arial"/>
              <a:buNone/>
            </a:pPr>
            <a:r>
              <a:rPr lang="en-GB" sz="1385">
                <a:latin typeface="Arial"/>
                <a:ea typeface="Arial"/>
                <a:cs typeface="Arial"/>
                <a:sym typeface="Arial"/>
              </a:rPr>
              <a:t>The existing fake news detection system uses </a:t>
            </a:r>
            <a:r>
              <a:rPr b="1" lang="en-GB" sz="1385">
                <a:latin typeface="Arial"/>
                <a:ea typeface="Arial"/>
                <a:cs typeface="Arial"/>
                <a:sym typeface="Arial"/>
              </a:rPr>
              <a:t>Retrieval-Augmented Generation (RAG)</a:t>
            </a:r>
            <a:r>
              <a:rPr lang="en-GB" sz="1385">
                <a:latin typeface="Arial"/>
                <a:ea typeface="Arial"/>
                <a:cs typeface="Arial"/>
                <a:sym typeface="Arial"/>
              </a:rPr>
              <a:t> integrated with </a:t>
            </a:r>
            <a:r>
              <a:rPr b="1" lang="en-GB" sz="1385">
                <a:latin typeface="Arial"/>
                <a:ea typeface="Arial"/>
                <a:cs typeface="Arial"/>
                <a:sym typeface="Arial"/>
              </a:rPr>
              <a:t>Large Language Models (LLMs)</a:t>
            </a:r>
            <a:r>
              <a:rPr lang="en-GB" sz="1385">
                <a:latin typeface="Arial"/>
                <a:ea typeface="Arial"/>
                <a:cs typeface="Arial"/>
                <a:sym typeface="Arial"/>
              </a:rPr>
              <a:t> for multimodal misinformation detection.</a:t>
            </a:r>
            <a:endParaRPr sz="1385">
              <a:latin typeface="Arial"/>
              <a:ea typeface="Arial"/>
              <a:cs typeface="Arial"/>
              <a:sym typeface="Arial"/>
            </a:endParaRPr>
          </a:p>
          <a:p>
            <a:pPr indent="0" lvl="0" marL="0" rtl="0" algn="l">
              <a:lnSpc>
                <a:spcPct val="95000"/>
              </a:lnSpc>
              <a:spcBef>
                <a:spcPts val="1400"/>
              </a:spcBef>
              <a:spcAft>
                <a:spcPts val="0"/>
              </a:spcAft>
              <a:buClr>
                <a:schemeClr val="dk1"/>
              </a:buClr>
              <a:buSzPts val="853"/>
              <a:buFont typeface="Arial"/>
              <a:buNone/>
            </a:pPr>
            <a:r>
              <a:rPr b="1" lang="en-GB" sz="1560">
                <a:latin typeface="Arial"/>
                <a:ea typeface="Arial"/>
                <a:cs typeface="Arial"/>
                <a:sym typeface="Arial"/>
              </a:rPr>
              <a:t>Workflow</a:t>
            </a:r>
            <a:endParaRPr b="1" sz="1560">
              <a:latin typeface="Arial"/>
              <a:ea typeface="Arial"/>
              <a:cs typeface="Arial"/>
              <a:sym typeface="Arial"/>
            </a:endParaRPr>
          </a:p>
          <a:p>
            <a:pPr indent="-317815" lvl="0" marL="457200" rtl="0" algn="l">
              <a:lnSpc>
                <a:spcPct val="95000"/>
              </a:lnSpc>
              <a:spcBef>
                <a:spcPts val="1200"/>
              </a:spcBef>
              <a:spcAft>
                <a:spcPts val="0"/>
              </a:spcAft>
              <a:buSzPts val="1405"/>
              <a:buChar char="●"/>
            </a:pPr>
            <a:r>
              <a:rPr lang="en-GB" sz="1405">
                <a:latin typeface="Arial"/>
                <a:ea typeface="Arial"/>
                <a:cs typeface="Arial"/>
                <a:sym typeface="Arial"/>
              </a:rPr>
              <a:t>Accepts </a:t>
            </a:r>
            <a:r>
              <a:rPr b="1" lang="en-GB" sz="1405">
                <a:latin typeface="Arial"/>
                <a:ea typeface="Arial"/>
                <a:cs typeface="Arial"/>
                <a:sym typeface="Arial"/>
              </a:rPr>
              <a:t>text and image</a:t>
            </a:r>
            <a:r>
              <a:rPr lang="en-GB" sz="1405">
                <a:latin typeface="Arial"/>
                <a:ea typeface="Arial"/>
                <a:cs typeface="Arial"/>
                <a:sym typeface="Arial"/>
              </a:rPr>
              <a:t> as input.</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Generates multimodal embeddings using a Vision-Language Model.</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Retrieves relevant evidence from trusted sources using a vector database.</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Passes the retrieved evidence along with the claim to an LLM.</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The LLM classifies the news as </a:t>
            </a:r>
            <a:r>
              <a:rPr b="1" lang="en-GB" sz="1405">
                <a:latin typeface="Arial"/>
                <a:ea typeface="Arial"/>
                <a:cs typeface="Arial"/>
                <a:sym typeface="Arial"/>
              </a:rPr>
              <a:t>Fake</a:t>
            </a:r>
            <a:r>
              <a:rPr lang="en-GB" sz="1405">
                <a:latin typeface="Arial"/>
                <a:ea typeface="Arial"/>
                <a:cs typeface="Arial"/>
                <a:sym typeface="Arial"/>
              </a:rPr>
              <a:t> or </a:t>
            </a:r>
            <a:r>
              <a:rPr b="1" lang="en-GB" sz="1405">
                <a:latin typeface="Arial"/>
                <a:ea typeface="Arial"/>
                <a:cs typeface="Arial"/>
                <a:sym typeface="Arial"/>
              </a:rPr>
              <a:t>Real</a:t>
            </a:r>
            <a:r>
              <a:rPr lang="en-GB" sz="1405">
                <a:latin typeface="Arial"/>
                <a:ea typeface="Arial"/>
                <a:cs typeface="Arial"/>
                <a:sym typeface="Arial"/>
              </a:rPr>
              <a:t> and generates a textual explanation.</a:t>
            </a:r>
            <a:endParaRPr sz="1405">
              <a:latin typeface="Arial"/>
              <a:ea typeface="Arial"/>
              <a:cs typeface="Arial"/>
              <a:sym typeface="Arial"/>
            </a:endParaRPr>
          </a:p>
          <a:p>
            <a:pPr indent="0" lvl="0" marL="0" rtl="0" algn="l">
              <a:lnSpc>
                <a:spcPct val="95000"/>
              </a:lnSpc>
              <a:spcBef>
                <a:spcPts val="1400"/>
              </a:spcBef>
              <a:spcAft>
                <a:spcPts val="0"/>
              </a:spcAft>
              <a:buClr>
                <a:schemeClr val="dk1"/>
              </a:buClr>
              <a:buSzPts val="853"/>
              <a:buFont typeface="Arial"/>
              <a:buNone/>
            </a:pPr>
            <a:r>
              <a:rPr b="1" lang="en-GB" sz="1560">
                <a:latin typeface="Arial"/>
                <a:ea typeface="Arial"/>
                <a:cs typeface="Arial"/>
                <a:sym typeface="Arial"/>
              </a:rPr>
              <a:t>Technologies Used</a:t>
            </a:r>
            <a:endParaRPr b="1" sz="1560">
              <a:latin typeface="Arial"/>
              <a:ea typeface="Arial"/>
              <a:cs typeface="Arial"/>
              <a:sym typeface="Arial"/>
            </a:endParaRPr>
          </a:p>
          <a:p>
            <a:pPr indent="-317815" lvl="0" marL="457200" rtl="0" algn="l">
              <a:lnSpc>
                <a:spcPct val="95000"/>
              </a:lnSpc>
              <a:spcBef>
                <a:spcPts val="1200"/>
              </a:spcBef>
              <a:spcAft>
                <a:spcPts val="0"/>
              </a:spcAft>
              <a:buSzPts val="1405"/>
              <a:buChar char="●"/>
            </a:pPr>
            <a:r>
              <a:rPr lang="en-GB" sz="1405">
                <a:latin typeface="Arial"/>
                <a:ea typeface="Arial"/>
                <a:cs typeface="Arial"/>
                <a:sym typeface="Arial"/>
              </a:rPr>
              <a:t>Retrieval-Augmented Generation (RAG)</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Large Language Models (LLMs)</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Vision-Language Models (Qwen2-VL/LLaVA)</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Vector Database</a:t>
            </a:r>
            <a:endParaRPr sz="1405">
              <a:latin typeface="Arial"/>
              <a:ea typeface="Arial"/>
              <a:cs typeface="Arial"/>
              <a:sym typeface="Arial"/>
            </a:endParaRPr>
          </a:p>
          <a:p>
            <a:pPr indent="-317815" lvl="0" marL="457200" rtl="0" algn="l">
              <a:lnSpc>
                <a:spcPct val="95000"/>
              </a:lnSpc>
              <a:spcBef>
                <a:spcPts val="0"/>
              </a:spcBef>
              <a:spcAft>
                <a:spcPts val="0"/>
              </a:spcAft>
              <a:buSzPts val="1405"/>
              <a:buChar char="●"/>
            </a:pPr>
            <a:r>
              <a:rPr lang="en-GB" sz="1405">
                <a:latin typeface="Arial"/>
                <a:ea typeface="Arial"/>
                <a:cs typeface="Arial"/>
                <a:sym typeface="Arial"/>
              </a:rPr>
              <a:t>Multimodal Embeddings</a:t>
            </a:r>
            <a:endParaRPr sz="1405">
              <a:latin typeface="Arial"/>
              <a:ea typeface="Arial"/>
              <a:cs typeface="Arial"/>
              <a:sym typeface="Arial"/>
            </a:endParaRPr>
          </a:p>
          <a:p>
            <a:pPr indent="-38100" lvl="0" marL="177800" rtl="0" algn="l">
              <a:lnSpc>
                <a:spcPct val="70000"/>
              </a:lnSpc>
              <a:spcBef>
                <a:spcPts val="1200"/>
              </a:spcBef>
              <a:spcAft>
                <a:spcPts val="0"/>
              </a:spcAft>
              <a:buClr>
                <a:schemeClr val="dk1"/>
              </a:buClr>
              <a:buSzPts val="1628"/>
              <a:buNone/>
            </a:pPr>
            <a:r>
              <a:t/>
            </a:r>
            <a:endParaRPr sz="2005"/>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Advantages of Existing System</a:t>
            </a:r>
            <a:endParaRPr/>
          </a:p>
        </p:txBody>
      </p:sp>
      <p:sp>
        <p:nvSpPr>
          <p:cNvPr id="223" name="Google Shape;223;p40"/>
          <p:cNvSpPr txBox="1"/>
          <p:nvPr>
            <p:ph idx="2" type="body"/>
          </p:nvPr>
        </p:nvSpPr>
        <p:spPr>
          <a:xfrm>
            <a:off x="420328" y="1225574"/>
            <a:ext cx="8303342" cy="3512344"/>
          </a:xfrm>
          <a:prstGeom prst="rect">
            <a:avLst/>
          </a:prstGeom>
          <a:noFill/>
          <a:ln>
            <a:noFill/>
          </a:ln>
        </p:spPr>
        <p:txBody>
          <a:bodyPr anchorCtr="0" anchor="t" bIns="34275" lIns="68575" spcFirstLastPara="1" rIns="68575" wrap="square" tIns="34275">
            <a:normAutofit fontScale="85000" lnSpcReduction="20000"/>
          </a:bodyPr>
          <a:lstStyle/>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Supports </a:t>
            </a:r>
            <a:r>
              <a:rPr b="1" lang="en-GB" sz="2200">
                <a:latin typeface="Arial"/>
                <a:ea typeface="Arial"/>
                <a:cs typeface="Arial"/>
                <a:sym typeface="Arial"/>
              </a:rPr>
              <a:t>multimodal inputs</a:t>
            </a:r>
            <a:r>
              <a:rPr lang="en-GB" sz="2200">
                <a:latin typeface="Arial"/>
                <a:ea typeface="Arial"/>
                <a:cs typeface="Arial"/>
                <a:sym typeface="Arial"/>
              </a:rPr>
              <a:t> (Text + Images).</a:t>
            </a:r>
            <a:endParaRPr sz="2200">
              <a:latin typeface="Arial"/>
              <a:ea typeface="Arial"/>
              <a:cs typeface="Arial"/>
              <a:sym typeface="Arial"/>
            </a:endParaRPr>
          </a:p>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Retrieves evidence from trusted external sources before making predictions.</a:t>
            </a:r>
            <a:endParaRPr sz="2200">
              <a:latin typeface="Arial"/>
              <a:ea typeface="Arial"/>
              <a:cs typeface="Arial"/>
              <a:sym typeface="Arial"/>
            </a:endParaRPr>
          </a:p>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Reduces hallucinations compared to standalone LLMs.</a:t>
            </a:r>
            <a:endParaRPr sz="2200">
              <a:latin typeface="Arial"/>
              <a:ea typeface="Arial"/>
              <a:cs typeface="Arial"/>
              <a:sym typeface="Arial"/>
            </a:endParaRPr>
          </a:p>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Generates </a:t>
            </a:r>
            <a:r>
              <a:rPr b="1" lang="en-GB" sz="2200">
                <a:latin typeface="Arial"/>
                <a:ea typeface="Arial"/>
                <a:cs typeface="Arial"/>
                <a:sym typeface="Arial"/>
              </a:rPr>
              <a:t>human-readable explanations</a:t>
            </a:r>
            <a:r>
              <a:rPr lang="en-GB" sz="2200">
                <a:latin typeface="Arial"/>
                <a:ea typeface="Arial"/>
                <a:cs typeface="Arial"/>
                <a:sym typeface="Arial"/>
              </a:rPr>
              <a:t> for predictions.</a:t>
            </a:r>
            <a:endParaRPr sz="2200">
              <a:latin typeface="Arial"/>
              <a:ea typeface="Arial"/>
              <a:cs typeface="Arial"/>
              <a:sym typeface="Arial"/>
            </a:endParaRPr>
          </a:p>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Supports </a:t>
            </a:r>
            <a:r>
              <a:rPr b="1" lang="en-GB" sz="2200">
                <a:latin typeface="Arial"/>
                <a:ea typeface="Arial"/>
                <a:cs typeface="Arial"/>
                <a:sym typeface="Arial"/>
              </a:rPr>
              <a:t>multilingual fake news detection</a:t>
            </a:r>
            <a:r>
              <a:rPr lang="en-GB" sz="2200">
                <a:latin typeface="Arial"/>
                <a:ea typeface="Arial"/>
                <a:cs typeface="Arial"/>
                <a:sym typeface="Arial"/>
              </a:rPr>
              <a:t>.</a:t>
            </a:r>
            <a:endParaRPr sz="2200">
              <a:latin typeface="Arial"/>
              <a:ea typeface="Arial"/>
              <a:cs typeface="Arial"/>
              <a:sym typeface="Arial"/>
            </a:endParaRPr>
          </a:p>
          <a:p>
            <a:pPr indent="-347345" lvl="0" marL="457200" rtl="0" algn="l">
              <a:lnSpc>
                <a:spcPct val="150000"/>
              </a:lnSpc>
              <a:spcBef>
                <a:spcPts val="0"/>
              </a:spcBef>
              <a:spcAft>
                <a:spcPts val="0"/>
              </a:spcAft>
              <a:buSzPct val="100000"/>
              <a:buFont typeface="Arial"/>
              <a:buChar char="•"/>
            </a:pPr>
            <a:r>
              <a:rPr lang="en-GB" sz="2200">
                <a:latin typeface="Arial"/>
                <a:ea typeface="Arial"/>
                <a:cs typeface="Arial"/>
                <a:sym typeface="Arial"/>
              </a:rPr>
              <a:t>Achieves higher accuracy than traditional text-only models such as BERT.</a:t>
            </a:r>
            <a:endParaRPr sz="2200">
              <a:latin typeface="Arial"/>
              <a:ea typeface="Arial"/>
              <a:cs typeface="Arial"/>
              <a:sym typeface="Arial"/>
            </a:endParaRPr>
          </a:p>
          <a:p>
            <a:pPr indent="0" lvl="0" marL="457200" rtl="0" algn="l">
              <a:lnSpc>
                <a:spcPct val="150000"/>
              </a:lnSpc>
              <a:spcBef>
                <a:spcPts val="0"/>
              </a:spcBef>
              <a:spcAft>
                <a:spcPts val="0"/>
              </a:spcAft>
              <a:buNone/>
            </a:pPr>
            <a:r>
              <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Disadvantages of Existing System</a:t>
            </a:r>
            <a:endParaRPr/>
          </a:p>
        </p:txBody>
      </p:sp>
      <p:sp>
        <p:nvSpPr>
          <p:cNvPr id="229" name="Google Shape;229;p41"/>
          <p:cNvSpPr txBox="1"/>
          <p:nvPr>
            <p:ph idx="2" type="body"/>
          </p:nvPr>
        </p:nvSpPr>
        <p:spPr>
          <a:xfrm>
            <a:off x="420328" y="1225574"/>
            <a:ext cx="8303342" cy="3512344"/>
          </a:xfrm>
          <a:prstGeom prst="rect">
            <a:avLst/>
          </a:prstGeom>
          <a:noFill/>
          <a:ln>
            <a:noFill/>
          </a:ln>
        </p:spPr>
        <p:txBody>
          <a:bodyPr anchorCtr="0" anchor="t" bIns="34275" lIns="68575" spcFirstLastPara="1" rIns="68575" wrap="square" tIns="34275">
            <a:noAutofit/>
          </a:bodyPr>
          <a:lstStyle/>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Retrieved documents are processed </a:t>
            </a:r>
            <a:r>
              <a:rPr b="1" lang="en-GB" sz="1800">
                <a:latin typeface="Arial"/>
                <a:ea typeface="Arial"/>
                <a:cs typeface="Arial"/>
                <a:sym typeface="Arial"/>
              </a:rPr>
              <a:t>independently</a:t>
            </a:r>
            <a:r>
              <a:rPr lang="en-GB" sz="1800">
                <a:latin typeface="Arial"/>
                <a:ea typeface="Arial"/>
                <a:cs typeface="Arial"/>
                <a:sym typeface="Arial"/>
              </a:rPr>
              <a:t>, without modeling relationships.</a:t>
            </a:r>
            <a:endParaRPr sz="1800">
              <a:latin typeface="Arial"/>
              <a:ea typeface="Arial"/>
              <a:cs typeface="Arial"/>
              <a:sym typeface="Arial"/>
            </a:endParaRPr>
          </a:p>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Does not use </a:t>
            </a:r>
            <a:r>
              <a:rPr b="1" lang="en-GB" sz="1800">
                <a:latin typeface="Arial"/>
                <a:ea typeface="Arial"/>
                <a:cs typeface="Arial"/>
                <a:sym typeface="Arial"/>
              </a:rPr>
              <a:t>Knowledge Graphs</a:t>
            </a:r>
            <a:r>
              <a:rPr lang="en-GB" sz="1800">
                <a:latin typeface="Arial"/>
                <a:ea typeface="Arial"/>
                <a:cs typeface="Arial"/>
                <a:sym typeface="Arial"/>
              </a:rPr>
              <a:t> for structured representation of entities and events.</a:t>
            </a:r>
            <a:endParaRPr sz="1800">
              <a:latin typeface="Arial"/>
              <a:ea typeface="Arial"/>
              <a:cs typeface="Arial"/>
              <a:sym typeface="Arial"/>
            </a:endParaRPr>
          </a:p>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Lacks </a:t>
            </a:r>
            <a:r>
              <a:rPr b="1" lang="en-GB" sz="1800">
                <a:latin typeface="Arial"/>
                <a:ea typeface="Arial"/>
                <a:cs typeface="Arial"/>
                <a:sym typeface="Arial"/>
              </a:rPr>
              <a:t>graph-based reasoning</a:t>
            </a:r>
            <a:r>
              <a:rPr lang="en-GB" sz="1800">
                <a:latin typeface="Arial"/>
                <a:ea typeface="Arial"/>
                <a:cs typeface="Arial"/>
                <a:sym typeface="Arial"/>
              </a:rPr>
              <a:t> between claims and evidence.</a:t>
            </a:r>
            <a:endParaRPr sz="1800">
              <a:latin typeface="Arial"/>
              <a:ea typeface="Arial"/>
              <a:cs typeface="Arial"/>
              <a:sym typeface="Arial"/>
            </a:endParaRPr>
          </a:p>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Explanations are generated by the LLM but do not provide explicit evidence paths.</a:t>
            </a:r>
            <a:endParaRPr sz="1800">
              <a:latin typeface="Arial"/>
              <a:ea typeface="Arial"/>
              <a:cs typeface="Arial"/>
              <a:sym typeface="Arial"/>
            </a:endParaRPr>
          </a:p>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No reusable knowledge structure, requiring fresh retrieval for every query.</a:t>
            </a:r>
            <a:endParaRPr sz="1800">
              <a:latin typeface="Arial"/>
              <a:ea typeface="Arial"/>
              <a:cs typeface="Arial"/>
              <a:sym typeface="Arial"/>
            </a:endParaRPr>
          </a:p>
          <a:p>
            <a:pPr indent="-342900" lvl="0" marL="457200" rtl="0" algn="l">
              <a:lnSpc>
                <a:spcPct val="130000"/>
              </a:lnSpc>
              <a:spcBef>
                <a:spcPts val="0"/>
              </a:spcBef>
              <a:spcAft>
                <a:spcPts val="0"/>
              </a:spcAft>
              <a:buSzPts val="1800"/>
              <a:buFont typeface="Arial"/>
              <a:buChar char="•"/>
            </a:pPr>
            <a:r>
              <a:rPr lang="en-GB" sz="1800">
                <a:latin typeface="Arial"/>
                <a:ea typeface="Arial"/>
                <a:cs typeface="Arial"/>
                <a:sym typeface="Arial"/>
              </a:rPr>
              <a:t>Performance depends heavily on the quality of retrieved documents.</a:t>
            </a:r>
            <a:endParaRPr sz="1800">
              <a:latin typeface="Arial"/>
              <a:ea typeface="Arial"/>
              <a:cs typeface="Arial"/>
              <a:sym typeface="Arial"/>
            </a:endParaRPr>
          </a:p>
          <a:p>
            <a:pPr indent="0" lvl="0" marL="457200" rtl="0" algn="l">
              <a:lnSpc>
                <a:spcPct val="130000"/>
              </a:lnSpc>
              <a:spcBef>
                <a:spcPts val="0"/>
              </a:spcBef>
              <a:spcAft>
                <a:spcPts val="0"/>
              </a:spcAft>
              <a:buNone/>
            </a:pPr>
            <a:r>
              <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105125" y="2"/>
            <a:ext cx="8229600" cy="6324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sz="3000">
                <a:latin typeface="Arial"/>
                <a:ea typeface="Arial"/>
                <a:cs typeface="Arial"/>
                <a:sym typeface="Arial"/>
              </a:rPr>
              <a:t>Proposed System</a:t>
            </a:r>
            <a:endParaRPr sz="3000">
              <a:latin typeface="Arial"/>
              <a:ea typeface="Arial"/>
              <a:cs typeface="Arial"/>
              <a:sym typeface="Arial"/>
            </a:endParaRPr>
          </a:p>
        </p:txBody>
      </p:sp>
      <p:sp>
        <p:nvSpPr>
          <p:cNvPr id="235" name="Google Shape;235;p42"/>
          <p:cNvSpPr txBox="1"/>
          <p:nvPr>
            <p:ph idx="2" type="body"/>
          </p:nvPr>
        </p:nvSpPr>
        <p:spPr>
          <a:xfrm>
            <a:off x="105125" y="528750"/>
            <a:ext cx="8503500" cy="960300"/>
          </a:xfrm>
          <a:prstGeom prst="rect">
            <a:avLst/>
          </a:prstGeom>
          <a:noFill/>
          <a:ln>
            <a:noFill/>
          </a:ln>
        </p:spPr>
        <p:txBody>
          <a:bodyPr anchorCtr="0" anchor="t" bIns="34275" lIns="68575" spcFirstLastPara="1" rIns="68575" wrap="square" tIns="34275">
            <a:noAutofit/>
          </a:bodyPr>
          <a:lstStyle/>
          <a:p>
            <a:pPr indent="-38100" lvl="0" marL="177800" rtl="0" algn="l">
              <a:lnSpc>
                <a:spcPct val="90000"/>
              </a:lnSpc>
              <a:spcBef>
                <a:spcPts val="0"/>
              </a:spcBef>
              <a:spcAft>
                <a:spcPts val="0"/>
              </a:spcAft>
              <a:buClr>
                <a:schemeClr val="dk1"/>
              </a:buClr>
              <a:buSzPts val="2100"/>
              <a:buNone/>
            </a:pPr>
            <a:r>
              <a:rPr lang="en-GB" sz="1400">
                <a:latin typeface="Arial"/>
                <a:ea typeface="Arial"/>
                <a:cs typeface="Arial"/>
                <a:sym typeface="Arial"/>
              </a:rPr>
              <a:t>📰 </a:t>
            </a:r>
            <a:r>
              <a:rPr lang="en-GB" sz="1400">
                <a:latin typeface="Arial"/>
                <a:ea typeface="Arial"/>
                <a:cs typeface="Arial"/>
                <a:sym typeface="Arial"/>
              </a:rPr>
              <a:t>The proposed system combines GAT, RAG, and LLMs for explainable fake news detection. It extracts text and image features, constructs a Knowledge Graph, and uses a Graph Attention Network to learn relationships among entities. RAG retrieves relevant evidence from trusted sources, and the LLM verifies the prediction to generate a reliable Fake/Real classification with confidence and supporting evidence. 🤖</a:t>
            </a:r>
            <a:endParaRPr sz="1400">
              <a:latin typeface="Arial"/>
              <a:ea typeface="Arial"/>
              <a:cs typeface="Arial"/>
              <a:sym typeface="Arial"/>
            </a:endParaRPr>
          </a:p>
          <a:p>
            <a:pPr indent="-38100" lvl="0" marL="177800" rtl="0" algn="l">
              <a:lnSpc>
                <a:spcPct val="90000"/>
              </a:lnSpc>
              <a:spcBef>
                <a:spcPts val="0"/>
              </a:spcBef>
              <a:spcAft>
                <a:spcPts val="0"/>
              </a:spcAft>
              <a:buClr>
                <a:schemeClr val="dk1"/>
              </a:buClr>
              <a:buSzPts val="2100"/>
              <a:buNone/>
            </a:pPr>
            <a:r>
              <a:t/>
            </a:r>
            <a:endParaRPr sz="1300">
              <a:latin typeface="Arial"/>
              <a:ea typeface="Arial"/>
              <a:cs typeface="Arial"/>
              <a:sym typeface="Arial"/>
            </a:endParaRPr>
          </a:p>
        </p:txBody>
      </p:sp>
      <p:grpSp>
        <p:nvGrpSpPr>
          <p:cNvPr id="236" name="Google Shape;236;p42"/>
          <p:cNvGrpSpPr/>
          <p:nvPr/>
        </p:nvGrpSpPr>
        <p:grpSpPr>
          <a:xfrm>
            <a:off x="370787" y="1582889"/>
            <a:ext cx="7300911" cy="731700"/>
            <a:chOff x="710674" y="1323164"/>
            <a:chExt cx="7300911" cy="731700"/>
          </a:xfrm>
        </p:grpSpPr>
        <p:sp>
          <p:nvSpPr>
            <p:cNvPr id="237" name="Google Shape;237;p42"/>
            <p:cNvSpPr txBox="1"/>
            <p:nvPr/>
          </p:nvSpPr>
          <p:spPr>
            <a:xfrm>
              <a:off x="710674" y="1373350"/>
              <a:ext cx="2004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GB" sz="1800">
                  <a:solidFill>
                    <a:srgbClr val="085630"/>
                  </a:solidFill>
                </a:rPr>
                <a:t> 1. Input Layer</a:t>
              </a:r>
              <a:endParaRPr sz="1800">
                <a:solidFill>
                  <a:srgbClr val="085630"/>
                </a:solidFill>
              </a:endParaRPr>
            </a:p>
          </p:txBody>
        </p:sp>
        <p:sp>
          <p:nvSpPr>
            <p:cNvPr id="238" name="Google Shape;238;p42"/>
            <p:cNvSpPr/>
            <p:nvPr/>
          </p:nvSpPr>
          <p:spPr>
            <a:xfrm>
              <a:off x="2789785" y="1323164"/>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42"/>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298450" lvl="0" marL="457200" rtl="0" algn="l">
                <a:lnSpc>
                  <a:spcPct val="115000"/>
                </a:lnSpc>
                <a:spcBef>
                  <a:spcPts val="1200"/>
                </a:spcBef>
                <a:spcAft>
                  <a:spcPts val="0"/>
                </a:spcAft>
                <a:buClr>
                  <a:schemeClr val="lt1"/>
                </a:buClr>
                <a:buSzPts val="1100"/>
                <a:buChar char="●"/>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A</a:t>
              </a:r>
              <a:r>
                <a:rPr lang="en-GB" sz="1100">
                  <a:solidFill>
                    <a:schemeClr val="lt1"/>
                  </a:solidFill>
                </a:rPr>
                <a:t>c</a:t>
              </a:r>
              <a:r>
                <a:rPr lang="en-GB" sz="1100">
                  <a:solidFill>
                    <a:schemeClr val="lt1"/>
                  </a:solidFill>
                </a:rPr>
                <a:t>cepts </a:t>
              </a:r>
              <a:r>
                <a:rPr b="1" lang="en-GB" sz="1100">
                  <a:solidFill>
                    <a:schemeClr val="lt1"/>
                  </a:solidFill>
                </a:rPr>
                <a:t>news text and images</a:t>
              </a:r>
              <a:r>
                <a:rPr lang="en-GB" sz="1100">
                  <a:solidFill>
                    <a:schemeClr val="lt1"/>
                  </a:solidFill>
                </a:rPr>
                <a:t> as input.</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Uses </a:t>
              </a:r>
              <a:r>
                <a:rPr b="1" lang="en-GB" sz="1100">
                  <a:solidFill>
                    <a:schemeClr val="lt1"/>
                  </a:solidFill>
                </a:rPr>
                <a:t>BERT</a:t>
              </a:r>
              <a:r>
                <a:rPr lang="en-GB" sz="1100">
                  <a:solidFill>
                    <a:schemeClr val="lt1"/>
                  </a:solidFill>
                </a:rPr>
                <a:t> for text embeddings and a </a:t>
              </a:r>
              <a:r>
                <a:rPr b="1" lang="en-GB" sz="1100">
                  <a:solidFill>
                    <a:schemeClr val="lt1"/>
                  </a:solidFill>
                </a:rPr>
                <a:t>Vision Model</a:t>
              </a:r>
              <a:r>
                <a:rPr lang="en-GB" sz="1100">
                  <a:solidFill>
                    <a:schemeClr val="lt1"/>
                  </a:solidFill>
                </a:rPr>
                <a:t> for image feature extraction.</a:t>
              </a:r>
              <a:endParaRPr sz="1100">
                <a:solidFill>
                  <a:schemeClr val="lt1"/>
                </a:solidFill>
              </a:endParaRPr>
            </a:p>
            <a:p>
              <a:pPr indent="0" lvl="0" marL="457200" rtl="0" algn="l">
                <a:lnSpc>
                  <a:spcPct val="115000"/>
                </a:lnSpc>
                <a:spcBef>
                  <a:spcPts val="1200"/>
                </a:spcBef>
                <a:spcAft>
                  <a:spcPts val="0"/>
                </a:spcAft>
                <a:buNone/>
              </a:pPr>
              <a:r>
                <a:t/>
              </a:r>
              <a:endParaRPr sz="1200">
                <a:solidFill>
                  <a:schemeClr val="lt1"/>
                </a:solidFill>
              </a:endParaRPr>
            </a:p>
          </p:txBody>
        </p:sp>
      </p:grpSp>
      <p:grpSp>
        <p:nvGrpSpPr>
          <p:cNvPr id="240" name="Google Shape;240;p42"/>
          <p:cNvGrpSpPr/>
          <p:nvPr/>
        </p:nvGrpSpPr>
        <p:grpSpPr>
          <a:xfrm>
            <a:off x="370787" y="2314589"/>
            <a:ext cx="7300911" cy="731700"/>
            <a:chOff x="710674" y="1323164"/>
            <a:chExt cx="7300911" cy="731700"/>
          </a:xfrm>
        </p:grpSpPr>
        <p:sp>
          <p:nvSpPr>
            <p:cNvPr id="241" name="Google Shape;241;p42"/>
            <p:cNvSpPr txBox="1"/>
            <p:nvPr/>
          </p:nvSpPr>
          <p:spPr>
            <a:xfrm>
              <a:off x="710674" y="1373350"/>
              <a:ext cx="2004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b="1" lang="en-GB">
                  <a:solidFill>
                    <a:srgbClr val="0B713F"/>
                  </a:solidFill>
                </a:rPr>
                <a:t>2.Knowledge Graph &amp; GAT Analysis</a:t>
              </a:r>
              <a:r>
                <a:rPr lang="en-GB">
                  <a:solidFill>
                    <a:srgbClr val="0B713F"/>
                  </a:solidFill>
                </a:rPr>
                <a:t> </a:t>
              </a:r>
              <a:endParaRPr>
                <a:solidFill>
                  <a:srgbClr val="0B713F"/>
                </a:solidFill>
              </a:endParaRPr>
            </a:p>
          </p:txBody>
        </p:sp>
        <p:sp>
          <p:nvSpPr>
            <p:cNvPr id="242" name="Google Shape;242;p42"/>
            <p:cNvSpPr/>
            <p:nvPr/>
          </p:nvSpPr>
          <p:spPr>
            <a:xfrm>
              <a:off x="2789785" y="1323164"/>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42"/>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Extracts entities and constructs a </a:t>
              </a:r>
              <a:r>
                <a:rPr b="1" lang="en-GB" sz="1100">
                  <a:solidFill>
                    <a:schemeClr val="lt1"/>
                  </a:solidFill>
                </a:rPr>
                <a:t>Knowledge Graph</a:t>
              </a:r>
              <a:r>
                <a:rPr lang="en-GB" sz="1100">
                  <a:solidFill>
                    <a:schemeClr val="lt1"/>
                  </a:solidFill>
                </a:rPr>
                <a:t>.</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A </a:t>
              </a:r>
              <a:r>
                <a:rPr b="1" lang="en-GB" sz="1100">
                  <a:solidFill>
                    <a:schemeClr val="lt1"/>
                  </a:solidFill>
                </a:rPr>
                <a:t>Graph Attention Network (GAT)</a:t>
              </a:r>
              <a:r>
                <a:rPr lang="en-GB" sz="1100">
                  <a:solidFill>
                    <a:schemeClr val="lt1"/>
                  </a:solidFill>
                </a:rPr>
                <a:t> learns semantic relationships between nodes to predict news credibility.</a:t>
              </a:r>
              <a:endParaRPr sz="1100">
                <a:solidFill>
                  <a:schemeClr val="lt1"/>
                </a:solidFill>
              </a:endParaRPr>
            </a:p>
            <a:p>
              <a:pPr indent="0" lvl="0" marL="457200" rtl="0" algn="l">
                <a:lnSpc>
                  <a:spcPct val="115000"/>
                </a:lnSpc>
                <a:spcBef>
                  <a:spcPts val="0"/>
                </a:spcBef>
                <a:spcAft>
                  <a:spcPts val="0"/>
                </a:spcAft>
                <a:buNone/>
              </a:pPr>
              <a:r>
                <a:t/>
              </a:r>
              <a:endParaRPr sz="1200">
                <a:solidFill>
                  <a:schemeClr val="lt1"/>
                </a:solidFill>
              </a:endParaRPr>
            </a:p>
          </p:txBody>
        </p:sp>
      </p:grpSp>
      <p:grpSp>
        <p:nvGrpSpPr>
          <p:cNvPr id="244" name="Google Shape;244;p42"/>
          <p:cNvGrpSpPr/>
          <p:nvPr/>
        </p:nvGrpSpPr>
        <p:grpSpPr>
          <a:xfrm>
            <a:off x="370787" y="3046289"/>
            <a:ext cx="7300911" cy="731700"/>
            <a:chOff x="710674" y="1323164"/>
            <a:chExt cx="7300911" cy="731700"/>
          </a:xfrm>
        </p:grpSpPr>
        <p:sp>
          <p:nvSpPr>
            <p:cNvPr id="245" name="Google Shape;245;p42"/>
            <p:cNvSpPr txBox="1"/>
            <p:nvPr/>
          </p:nvSpPr>
          <p:spPr>
            <a:xfrm>
              <a:off x="710674" y="1373350"/>
              <a:ext cx="2004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GB">
                  <a:solidFill>
                    <a:srgbClr val="085630"/>
                  </a:solidFill>
                </a:rPr>
                <a:t>3.RAG-Based Evidence Retrieval </a:t>
              </a:r>
              <a:endParaRPr>
                <a:solidFill>
                  <a:srgbClr val="085630"/>
                </a:solidFill>
              </a:endParaRPr>
            </a:p>
          </p:txBody>
        </p:sp>
        <p:sp>
          <p:nvSpPr>
            <p:cNvPr id="246" name="Google Shape;246;p42"/>
            <p:cNvSpPr/>
            <p:nvPr/>
          </p:nvSpPr>
          <p:spPr>
            <a:xfrm>
              <a:off x="2789785" y="1323164"/>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42"/>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298450" lvl="0" marL="457200" rtl="0" algn="l">
                <a:lnSpc>
                  <a:spcPct val="115000"/>
                </a:lnSpc>
                <a:spcBef>
                  <a:spcPts val="1200"/>
                </a:spcBef>
                <a:spcAft>
                  <a:spcPts val="0"/>
                </a:spcAft>
                <a:buClr>
                  <a:schemeClr val="lt1"/>
                </a:buClr>
                <a:buSzPts val="1100"/>
                <a:buChar char="●"/>
              </a:pPr>
              <a:r>
                <a:rPr lang="en-GB" sz="1100">
                  <a:solidFill>
                    <a:schemeClr val="lt1"/>
                  </a:solidFill>
                </a:rPr>
                <a:t>Retrieves relevant evidence from </a:t>
              </a:r>
              <a:r>
                <a:rPr b="1" lang="en-GB" sz="1100">
                  <a:solidFill>
                    <a:schemeClr val="lt1"/>
                  </a:solidFill>
                </a:rPr>
                <a:t>trusted sources</a:t>
              </a:r>
              <a:r>
                <a:rPr lang="en-GB" sz="1100">
                  <a:solidFill>
                    <a:schemeClr val="lt1"/>
                  </a:solidFill>
                </a:rPr>
                <a:t> using </a:t>
              </a:r>
              <a:r>
                <a:rPr b="1" lang="en-GB" sz="1100">
                  <a:solidFill>
                    <a:schemeClr val="lt1"/>
                  </a:solidFill>
                </a:rPr>
                <a:t>FAISS Vector Database</a:t>
              </a:r>
              <a:r>
                <a:rPr lang="en-GB" sz="1100">
                  <a:solidFill>
                    <a:schemeClr val="lt1"/>
                  </a:solidFill>
                </a:rPr>
                <a:t> and </a:t>
              </a:r>
              <a:r>
                <a:rPr b="1" lang="en-GB" sz="1100">
                  <a:solidFill>
                    <a:schemeClr val="lt1"/>
                  </a:solidFill>
                </a:rPr>
                <a:t>RAG</a:t>
              </a:r>
              <a:r>
                <a:rPr lang="en-GB" sz="1100">
                  <a:solidFill>
                    <a:schemeClr val="lt1"/>
                  </a:solidFill>
                </a:rPr>
                <a:t>.</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Provides factual context to support or contradict the news claim.</a:t>
              </a:r>
              <a:endParaRPr sz="1100">
                <a:solidFill>
                  <a:schemeClr val="lt1"/>
                </a:solidFill>
              </a:endParaRPr>
            </a:p>
            <a:p>
              <a:pPr indent="0" lvl="0" marL="457200" rtl="0" algn="l">
                <a:lnSpc>
                  <a:spcPct val="115000"/>
                </a:lnSpc>
                <a:spcBef>
                  <a:spcPts val="1200"/>
                </a:spcBef>
                <a:spcAft>
                  <a:spcPts val="0"/>
                </a:spcAft>
                <a:buNone/>
              </a:pPr>
              <a:r>
                <a:t/>
              </a:r>
              <a:endParaRPr sz="1200">
                <a:solidFill>
                  <a:schemeClr val="lt1"/>
                </a:solidFill>
              </a:endParaRPr>
            </a:p>
          </p:txBody>
        </p:sp>
      </p:grpSp>
      <p:grpSp>
        <p:nvGrpSpPr>
          <p:cNvPr id="248" name="Google Shape;248;p42"/>
          <p:cNvGrpSpPr/>
          <p:nvPr/>
        </p:nvGrpSpPr>
        <p:grpSpPr>
          <a:xfrm>
            <a:off x="370787" y="3777989"/>
            <a:ext cx="7300911" cy="731700"/>
            <a:chOff x="710674" y="1323164"/>
            <a:chExt cx="7300911" cy="731700"/>
          </a:xfrm>
        </p:grpSpPr>
        <p:sp>
          <p:nvSpPr>
            <p:cNvPr id="249" name="Google Shape;249;p42"/>
            <p:cNvSpPr txBox="1"/>
            <p:nvPr/>
          </p:nvSpPr>
          <p:spPr>
            <a:xfrm>
              <a:off x="710674" y="1373350"/>
              <a:ext cx="20043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GB">
                  <a:solidFill>
                    <a:srgbClr val="085630"/>
                  </a:solidFill>
                </a:rPr>
                <a:t>4. LLM Verification &amp; Explainable Output </a:t>
              </a:r>
              <a:endParaRPr>
                <a:solidFill>
                  <a:srgbClr val="085630"/>
                </a:solidFill>
              </a:endParaRPr>
            </a:p>
          </p:txBody>
        </p:sp>
        <p:sp>
          <p:nvSpPr>
            <p:cNvPr id="250" name="Google Shape;250;p42"/>
            <p:cNvSpPr/>
            <p:nvPr/>
          </p:nvSpPr>
          <p:spPr>
            <a:xfrm>
              <a:off x="2789785" y="1323164"/>
              <a:ext cx="5221800" cy="731700"/>
            </a:xfrm>
            <a:prstGeom prst="rect">
              <a:avLst/>
            </a:prstGeom>
            <a:solidFill>
              <a:srgbClr val="08563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42"/>
            <p:cNvSpPr txBox="1"/>
            <p:nvPr/>
          </p:nvSpPr>
          <p:spPr>
            <a:xfrm>
              <a:off x="2914389" y="1407440"/>
              <a:ext cx="4765800" cy="575400"/>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0"/>
                </a:spcBef>
                <a:spcAft>
                  <a:spcPts val="0"/>
                </a:spcAft>
                <a:buNone/>
              </a:pPr>
              <a:r>
                <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The </a:t>
              </a:r>
              <a:r>
                <a:rPr b="1" lang="en-GB" sz="1100">
                  <a:solidFill>
                    <a:schemeClr val="lt1"/>
                  </a:solidFill>
                </a:rPr>
                <a:t>LLM</a:t>
              </a:r>
              <a:r>
                <a:rPr lang="en-GB" sz="1100">
                  <a:solidFill>
                    <a:schemeClr val="lt1"/>
                  </a:solidFill>
                </a:rPr>
                <a:t> combines graph insights with retrieved evidence.</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GB" sz="1100">
                  <a:solidFill>
                    <a:schemeClr val="lt1"/>
                  </a:solidFill>
                </a:rPr>
                <a:t>Generates the final </a:t>
              </a:r>
              <a:r>
                <a:rPr b="1" lang="en-GB" sz="1100">
                  <a:solidFill>
                    <a:schemeClr val="lt1"/>
                  </a:solidFill>
                </a:rPr>
                <a:t>Fake/Real prediction</a:t>
              </a:r>
              <a:r>
                <a:rPr lang="en-GB" sz="1100">
                  <a:solidFill>
                    <a:schemeClr val="lt1"/>
                  </a:solidFill>
                </a:rPr>
                <a:t>, </a:t>
              </a:r>
              <a:r>
                <a:rPr b="1" lang="en-GB" sz="1100">
                  <a:solidFill>
                    <a:schemeClr val="lt1"/>
                  </a:solidFill>
                </a:rPr>
                <a:t>confidence score</a:t>
              </a:r>
              <a:r>
                <a:rPr lang="en-GB" sz="1100">
                  <a:solidFill>
                    <a:schemeClr val="lt1"/>
                  </a:solidFill>
                </a:rPr>
                <a:t>, and an </a:t>
              </a:r>
              <a:r>
                <a:rPr b="1" lang="en-GB" sz="1100">
                  <a:solidFill>
                    <a:schemeClr val="lt1"/>
                  </a:solidFill>
                </a:rPr>
                <a:t>explainable verification report</a:t>
              </a:r>
              <a:r>
                <a:rPr lang="en-GB" sz="1100">
                  <a:solidFill>
                    <a:schemeClr val="lt1"/>
                  </a:solidFill>
                </a:rPr>
                <a:t>.</a:t>
              </a:r>
              <a:endParaRPr sz="1100">
                <a:solidFill>
                  <a:schemeClr val="lt1"/>
                </a:solidFill>
              </a:endParaRPr>
            </a:p>
            <a:p>
              <a:pPr indent="0" lvl="0" marL="457200" rtl="0" algn="l">
                <a:lnSpc>
                  <a:spcPct val="115000"/>
                </a:lnSpc>
                <a:spcBef>
                  <a:spcPts val="0"/>
                </a:spcBef>
                <a:spcAft>
                  <a:spcPts val="0"/>
                </a:spcAft>
                <a:buNone/>
              </a:pPr>
              <a:r>
                <a:t/>
              </a:r>
              <a:endParaRPr sz="1100">
                <a:solidFill>
                  <a:schemeClr val="lt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Advantages of Proposed System</a:t>
            </a:r>
            <a:endParaRPr/>
          </a:p>
        </p:txBody>
      </p:sp>
      <p:sp>
        <p:nvSpPr>
          <p:cNvPr id="257" name="Google Shape;257;p43"/>
          <p:cNvSpPr txBox="1"/>
          <p:nvPr>
            <p:ph idx="2" type="body"/>
          </p:nvPr>
        </p:nvSpPr>
        <p:spPr>
          <a:xfrm>
            <a:off x="420329" y="1033724"/>
            <a:ext cx="8303400" cy="3512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400"/>
              </a:spcBef>
              <a:spcAft>
                <a:spcPts val="0"/>
              </a:spcAft>
              <a:buClr>
                <a:schemeClr val="dk1"/>
              </a:buClr>
              <a:buSzPts val="1100"/>
              <a:buFont typeface="Arial"/>
              <a:buNone/>
            </a:pPr>
            <a:r>
              <a:rPr b="1" lang="en-GB" sz="1800">
                <a:latin typeface="Arial"/>
                <a:ea typeface="Arial"/>
                <a:cs typeface="Arial"/>
                <a:sym typeface="Arial"/>
              </a:rPr>
              <a:t>✔ Enhanced Contextual Understanding : </a:t>
            </a:r>
            <a:r>
              <a:rPr lang="en-GB" sz="1400">
                <a:latin typeface="Arial"/>
                <a:ea typeface="Arial"/>
                <a:cs typeface="Arial"/>
                <a:sym typeface="Arial"/>
              </a:rPr>
              <a:t>By constructing a </a:t>
            </a:r>
            <a:r>
              <a:rPr b="1" lang="en-GB" sz="1400">
                <a:latin typeface="Arial"/>
                <a:ea typeface="Arial"/>
                <a:cs typeface="Arial"/>
                <a:sym typeface="Arial"/>
              </a:rPr>
              <a:t>Knowledge Graph</a:t>
            </a:r>
            <a:r>
              <a:rPr lang="en-GB" sz="1400">
                <a:latin typeface="Arial"/>
                <a:ea typeface="Arial"/>
                <a:cs typeface="Arial"/>
                <a:sym typeface="Arial"/>
              </a:rPr>
              <a:t>, the system captures semantic relationships between claims, entities, events, and evidence instead of analyzing documents independently.</a:t>
            </a:r>
            <a:endParaRPr sz="1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GB" sz="1800">
                <a:latin typeface="Arial"/>
                <a:ea typeface="Arial"/>
                <a:cs typeface="Arial"/>
                <a:sym typeface="Arial"/>
              </a:rPr>
              <a:t>✔ Improved Detection Accuracy :  </a:t>
            </a:r>
            <a:r>
              <a:rPr lang="en-GB" sz="1400">
                <a:latin typeface="Arial"/>
                <a:ea typeface="Arial"/>
                <a:cs typeface="Arial"/>
                <a:sym typeface="Arial"/>
              </a:rPr>
              <a:t>The </a:t>
            </a:r>
            <a:r>
              <a:rPr b="1" lang="en-GB" sz="1400">
                <a:latin typeface="Arial"/>
                <a:ea typeface="Arial"/>
                <a:cs typeface="Arial"/>
                <a:sym typeface="Arial"/>
              </a:rPr>
              <a:t>Graph Attention Network (GAT)</a:t>
            </a:r>
            <a:r>
              <a:rPr lang="en-GB" sz="1400">
                <a:latin typeface="Arial"/>
                <a:ea typeface="Arial"/>
                <a:cs typeface="Arial"/>
                <a:sym typeface="Arial"/>
              </a:rPr>
              <a:t> learns important relationships among graph nodes, resulting in more accurate fake news classification compared to text-only or traditional RAG-based approaches.</a:t>
            </a:r>
            <a:endParaRPr sz="1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GB" sz="1800">
                <a:latin typeface="Arial"/>
                <a:ea typeface="Arial"/>
                <a:cs typeface="Arial"/>
                <a:sym typeface="Arial"/>
              </a:rPr>
              <a:t>✔ Evidence-Grounded Reasoning : </a:t>
            </a:r>
            <a:r>
              <a:rPr lang="en-GB" sz="1400">
                <a:latin typeface="Arial"/>
                <a:ea typeface="Arial"/>
                <a:cs typeface="Arial"/>
                <a:sym typeface="Arial"/>
              </a:rPr>
              <a:t>The integration of </a:t>
            </a:r>
            <a:r>
              <a:rPr b="1" lang="en-GB" sz="1400">
                <a:latin typeface="Arial"/>
                <a:ea typeface="Arial"/>
                <a:cs typeface="Arial"/>
                <a:sym typeface="Arial"/>
              </a:rPr>
              <a:t>RAG</a:t>
            </a:r>
            <a:r>
              <a:rPr lang="en-GB" sz="1400">
                <a:latin typeface="Arial"/>
                <a:ea typeface="Arial"/>
                <a:cs typeface="Arial"/>
                <a:sym typeface="Arial"/>
              </a:rPr>
              <a:t> enables retrieval of real-time, trustworthy evidence from external knowledge sources, reducing reliance on the LLM's internal knowledge.</a:t>
            </a:r>
            <a:endParaRPr sz="1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GB" sz="1800">
                <a:latin typeface="Arial"/>
                <a:ea typeface="Arial"/>
                <a:cs typeface="Arial"/>
                <a:sym typeface="Arial"/>
              </a:rPr>
              <a:t>✔ Explainable Predictions : </a:t>
            </a:r>
            <a:r>
              <a:rPr lang="en-GB" sz="1400">
                <a:latin typeface="Arial"/>
                <a:ea typeface="Arial"/>
                <a:cs typeface="Arial"/>
                <a:sym typeface="Arial"/>
              </a:rPr>
              <a:t>The Knowledge Graph provides </a:t>
            </a:r>
            <a:r>
              <a:rPr b="1" lang="en-GB" sz="1400">
                <a:latin typeface="Arial"/>
                <a:ea typeface="Arial"/>
                <a:cs typeface="Arial"/>
                <a:sym typeface="Arial"/>
              </a:rPr>
              <a:t>reasoning paths</a:t>
            </a:r>
            <a:r>
              <a:rPr lang="en-GB" sz="1400">
                <a:latin typeface="Arial"/>
                <a:ea typeface="Arial"/>
                <a:cs typeface="Arial"/>
                <a:sym typeface="Arial"/>
              </a:rPr>
              <a:t> (e.g., Claim → Entity → Evidence → Verdict), making predictions transparent and easier to interpret.</a:t>
            </a:r>
            <a:endParaRPr sz="1400">
              <a:latin typeface="Arial"/>
              <a:ea typeface="Arial"/>
              <a:cs typeface="Arial"/>
              <a:sym typeface="Arial"/>
            </a:endParaRPr>
          </a:p>
          <a:p>
            <a:pPr indent="-38100" lvl="0" marL="177800" rtl="0" algn="l">
              <a:lnSpc>
                <a:spcPct val="90000"/>
              </a:lnSpc>
              <a:spcBef>
                <a:spcPts val="400"/>
              </a:spcBef>
              <a:spcAft>
                <a:spcPts val="0"/>
              </a:spcAft>
              <a:buClr>
                <a:schemeClr val="dk1"/>
              </a:buClr>
              <a:buSzPts val="2100"/>
              <a:buNone/>
            </a:pPr>
            <a:r>
              <a:t/>
            </a:r>
            <a:endParaRPr sz="12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457200" y="176482"/>
            <a:ext cx="8229600" cy="85725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Disadvantages of Proposed System</a:t>
            </a:r>
            <a:endParaRPr/>
          </a:p>
        </p:txBody>
      </p:sp>
      <p:sp>
        <p:nvSpPr>
          <p:cNvPr id="263" name="Google Shape;263;p44"/>
          <p:cNvSpPr txBox="1"/>
          <p:nvPr>
            <p:ph idx="2" type="body"/>
          </p:nvPr>
        </p:nvSpPr>
        <p:spPr>
          <a:xfrm>
            <a:off x="420328" y="1225574"/>
            <a:ext cx="8303342" cy="3512344"/>
          </a:xfrm>
          <a:prstGeom prst="rect">
            <a:avLst/>
          </a:prstGeom>
          <a:noFill/>
          <a:ln>
            <a:noFill/>
          </a:ln>
        </p:spPr>
        <p:txBody>
          <a:bodyPr anchorCtr="0" anchor="t" bIns="34275" lIns="68575" spcFirstLastPara="1" rIns="68575" wrap="square" tIns="34275">
            <a:normAutofit fontScale="85000" lnSpcReduction="10000"/>
          </a:bodyPr>
          <a:lstStyle/>
          <a:p>
            <a:pPr indent="0" lvl="0" marL="0" rtl="0" algn="l">
              <a:lnSpc>
                <a:spcPct val="115000"/>
              </a:lnSpc>
              <a:spcBef>
                <a:spcPts val="1400"/>
              </a:spcBef>
              <a:spcAft>
                <a:spcPts val="0"/>
              </a:spcAft>
              <a:buClr>
                <a:schemeClr val="dk1"/>
              </a:buClr>
              <a:buSzPct val="57895"/>
              <a:buFont typeface="Arial"/>
              <a:buNone/>
            </a:pPr>
            <a:r>
              <a:rPr b="1" lang="en-GB" sz="1900">
                <a:latin typeface="Arial"/>
                <a:ea typeface="Arial"/>
                <a:cs typeface="Arial"/>
                <a:sym typeface="Arial"/>
              </a:rPr>
              <a:t>✖ High Computational Cost</a:t>
            </a:r>
            <a:endParaRPr b="1" sz="1900">
              <a:latin typeface="Arial"/>
              <a:ea typeface="Arial"/>
              <a:cs typeface="Arial"/>
              <a:sym typeface="Arial"/>
            </a:endParaRPr>
          </a:p>
          <a:p>
            <a:pPr indent="0" lvl="0" marL="0" rtl="0" algn="l">
              <a:lnSpc>
                <a:spcPct val="115000"/>
              </a:lnSpc>
              <a:spcBef>
                <a:spcPts val="1200"/>
              </a:spcBef>
              <a:spcAft>
                <a:spcPts val="0"/>
              </a:spcAft>
              <a:buClr>
                <a:schemeClr val="dk1"/>
              </a:buClr>
              <a:buSzPct val="73333"/>
              <a:buFont typeface="Arial"/>
              <a:buNone/>
            </a:pPr>
            <a:r>
              <a:rPr lang="en-GB" sz="1500">
                <a:latin typeface="Arial"/>
                <a:ea typeface="Arial"/>
                <a:cs typeface="Arial"/>
                <a:sym typeface="Arial"/>
              </a:rPr>
              <a:t>Graph construction, GAT processing, and LLM inference significantly increase computational requirements</a:t>
            </a:r>
            <a:r>
              <a:rPr lang="en-GB" sz="1600">
                <a:latin typeface="Arial"/>
                <a:ea typeface="Arial"/>
                <a:cs typeface="Arial"/>
                <a:sym typeface="Arial"/>
              </a:rPr>
              <a:t>.</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ct val="57895"/>
              <a:buFont typeface="Arial"/>
              <a:buNone/>
            </a:pPr>
            <a:r>
              <a:rPr b="1" lang="en-GB" sz="1900">
                <a:latin typeface="Arial"/>
                <a:ea typeface="Arial"/>
                <a:cs typeface="Arial"/>
                <a:sym typeface="Arial"/>
              </a:rPr>
              <a:t>✖ Increased Inference Time</a:t>
            </a:r>
            <a:endParaRPr b="1" sz="1900">
              <a:latin typeface="Arial"/>
              <a:ea typeface="Arial"/>
              <a:cs typeface="Arial"/>
              <a:sym typeface="Arial"/>
            </a:endParaRPr>
          </a:p>
          <a:p>
            <a:pPr indent="0" lvl="0" marL="0" rtl="0" algn="l">
              <a:lnSpc>
                <a:spcPct val="115000"/>
              </a:lnSpc>
              <a:spcBef>
                <a:spcPts val="1200"/>
              </a:spcBef>
              <a:spcAft>
                <a:spcPts val="0"/>
              </a:spcAft>
              <a:buClr>
                <a:schemeClr val="dk1"/>
              </a:buClr>
              <a:buSzPct val="73333"/>
              <a:buFont typeface="Arial"/>
              <a:buNone/>
            </a:pPr>
            <a:r>
              <a:rPr lang="en-GB" sz="1500">
                <a:latin typeface="Arial"/>
                <a:ea typeface="Arial"/>
                <a:cs typeface="Arial"/>
                <a:sym typeface="Arial"/>
              </a:rPr>
              <a:t>The sequential stages of retrieval, graph generation, graph learning, and LLM reasoning introduce higher latency compared to conventional models.</a:t>
            </a:r>
            <a:endParaRPr sz="1500">
              <a:latin typeface="Arial"/>
              <a:ea typeface="Arial"/>
              <a:cs typeface="Arial"/>
              <a:sym typeface="Arial"/>
            </a:endParaRPr>
          </a:p>
          <a:p>
            <a:pPr indent="0" lvl="0" marL="0" rtl="0" algn="l">
              <a:lnSpc>
                <a:spcPct val="115000"/>
              </a:lnSpc>
              <a:spcBef>
                <a:spcPts val="1400"/>
              </a:spcBef>
              <a:spcAft>
                <a:spcPts val="0"/>
              </a:spcAft>
              <a:buClr>
                <a:schemeClr val="dk1"/>
              </a:buClr>
              <a:buSzPct val="57895"/>
              <a:buFont typeface="Arial"/>
              <a:buNone/>
            </a:pPr>
            <a:r>
              <a:rPr b="1" lang="en-GB" sz="1900">
                <a:latin typeface="Arial"/>
                <a:ea typeface="Arial"/>
                <a:cs typeface="Arial"/>
                <a:sym typeface="Arial"/>
              </a:rPr>
              <a:t>✖ Complex Architecture</a:t>
            </a:r>
            <a:endParaRPr b="1" sz="1900">
              <a:latin typeface="Arial"/>
              <a:ea typeface="Arial"/>
              <a:cs typeface="Arial"/>
              <a:sym typeface="Arial"/>
            </a:endParaRPr>
          </a:p>
          <a:p>
            <a:pPr indent="0" lvl="0" marL="0" rtl="0" algn="l">
              <a:lnSpc>
                <a:spcPct val="115000"/>
              </a:lnSpc>
              <a:spcBef>
                <a:spcPts val="1200"/>
              </a:spcBef>
              <a:spcAft>
                <a:spcPts val="0"/>
              </a:spcAft>
              <a:buClr>
                <a:schemeClr val="dk1"/>
              </a:buClr>
              <a:buSzPct val="68750"/>
              <a:buNone/>
            </a:pPr>
            <a:r>
              <a:rPr lang="en-GB" sz="1600">
                <a:latin typeface="Arial"/>
                <a:ea typeface="Arial"/>
                <a:cs typeface="Arial"/>
                <a:sym typeface="Arial"/>
              </a:rPr>
              <a:t>Integrating RAG, Knowledge Graphs, GNNs, and LLMs increases system complexity, making development and maintenance more challenging.</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ct val="68750"/>
              <a:buFont typeface="Arial"/>
              <a:buNone/>
            </a:pPr>
            <a:r>
              <a:t/>
            </a:r>
            <a:endParaRPr sz="1600">
              <a:latin typeface="Arial"/>
              <a:ea typeface="Arial"/>
              <a:cs typeface="Arial"/>
              <a:sym typeface="Arial"/>
            </a:endParaRPr>
          </a:p>
          <a:p>
            <a:pPr indent="-38100" lvl="0" marL="177800" rtl="0" algn="l">
              <a:lnSpc>
                <a:spcPct val="90000"/>
              </a:lnSpc>
              <a:spcBef>
                <a:spcPts val="12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5"/>
          <p:cNvSpPr txBox="1"/>
          <p:nvPr>
            <p:ph type="title"/>
          </p:nvPr>
        </p:nvSpPr>
        <p:spPr>
          <a:xfrm>
            <a:off x="28275" y="0"/>
            <a:ext cx="8303400" cy="936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b="1" lang="en-GB"/>
              <a:t>Architecture Diagram</a:t>
            </a:r>
            <a:endParaRPr b="1"/>
          </a:p>
        </p:txBody>
      </p:sp>
      <p:sp>
        <p:nvSpPr>
          <p:cNvPr id="269" name="Google Shape;269;p45"/>
          <p:cNvSpPr txBox="1"/>
          <p:nvPr>
            <p:ph idx="2" type="body"/>
          </p:nvPr>
        </p:nvSpPr>
        <p:spPr>
          <a:xfrm>
            <a:off x="420328" y="1225574"/>
            <a:ext cx="8303342" cy="3512344"/>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70" name="Google Shape;270;p45" title="ChatGPT Image Aug 1, 2026, 11_22_36 PM.png"/>
          <p:cNvPicPr preferRelativeResize="0"/>
          <p:nvPr/>
        </p:nvPicPr>
        <p:blipFill>
          <a:blip r:embed="rId3">
            <a:alphaModFix/>
          </a:blip>
          <a:stretch>
            <a:fillRect/>
          </a:stretch>
        </p:blipFill>
        <p:spPr>
          <a:xfrm>
            <a:off x="0" y="818825"/>
            <a:ext cx="9050674" cy="4324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type="title"/>
          </p:nvPr>
        </p:nvSpPr>
        <p:spPr>
          <a:xfrm>
            <a:off x="75" y="108500"/>
            <a:ext cx="8686800" cy="645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b="1" lang="en-GB"/>
              <a:t>Architecture Diagram Explanation</a:t>
            </a:r>
            <a:endParaRPr b="1"/>
          </a:p>
        </p:txBody>
      </p:sp>
      <p:sp>
        <p:nvSpPr>
          <p:cNvPr id="276" name="Google Shape;276;p46"/>
          <p:cNvSpPr txBox="1"/>
          <p:nvPr>
            <p:ph idx="2" type="body"/>
          </p:nvPr>
        </p:nvSpPr>
        <p:spPr>
          <a:xfrm>
            <a:off x="75" y="754250"/>
            <a:ext cx="9144000" cy="42783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GB" sz="1400">
                <a:latin typeface="Arial"/>
                <a:ea typeface="Arial"/>
                <a:cs typeface="Arial"/>
                <a:sym typeface="Arial"/>
              </a:rPr>
              <a:t>The proposed architecture combines Graph Attention Networks (GAT) with Retrieval-Augmented Generation (RAG) and a Large Language Model (LLM) to perform accurate and explainable fake news detection. The system follows a layered architecture consisting of Input, Preprocessing, Graph Analysis, Knowledge Retrieval, and Verification &amp; Output modules.</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b="1" lang="en-GB" sz="1400">
                <a:latin typeface="Arial"/>
                <a:ea typeface="Arial"/>
                <a:cs typeface="Arial"/>
                <a:sym typeface="Arial"/>
              </a:rPr>
              <a:t>Input layer:</a:t>
            </a:r>
            <a:r>
              <a:rPr lang="en-GB" sz="1400">
                <a:latin typeface="Arial"/>
                <a:ea typeface="Arial"/>
                <a:cs typeface="Arial"/>
                <a:sym typeface="Arial"/>
              </a:rPr>
              <a:t> The user provides a news article containing text and an optional image. This multimodal input is used for both graph-based classification and evidence retrieval.</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b="1" lang="en-GB" sz="1400">
                <a:latin typeface="Arial"/>
                <a:ea typeface="Arial"/>
                <a:cs typeface="Arial"/>
                <a:sym typeface="Arial"/>
              </a:rPr>
              <a:t>Preprocessing layer: </a:t>
            </a:r>
            <a:r>
              <a:rPr lang="en-GB" sz="1400">
                <a:latin typeface="Arial"/>
                <a:ea typeface="Arial"/>
                <a:cs typeface="Arial"/>
                <a:sym typeface="Arial"/>
              </a:rPr>
              <a:t>The text is cleaned, tokenized, and converted into semantic embeddings using BERT, while the image is analyzed using a vision model. These representations capture the contextual meaning of the news content.</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b="1" lang="en-GB" sz="1400">
                <a:latin typeface="Arial"/>
                <a:ea typeface="Arial"/>
                <a:cs typeface="Arial"/>
                <a:sym typeface="Arial"/>
              </a:rPr>
              <a:t>Graph analysis layer: </a:t>
            </a:r>
            <a:r>
              <a:rPr lang="en-GB" sz="1400">
                <a:latin typeface="Arial"/>
                <a:ea typeface="Arial"/>
                <a:cs typeface="Arial"/>
                <a:sym typeface="Arial"/>
              </a:rPr>
              <a:t>Entities extracted from the article are used to construct a graph where nodes represent the news article and related entities, and edges represent their relationships. The Graph Attention Network (GAT) learns the importance of these relationships and predicts whether the news is fake or real.</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b="1" lang="en-GB" sz="1400">
                <a:latin typeface="Arial"/>
                <a:ea typeface="Arial"/>
                <a:cs typeface="Arial"/>
                <a:sym typeface="Arial"/>
              </a:rPr>
              <a:t>Knowledge retrieval layer: </a:t>
            </a:r>
            <a:r>
              <a:rPr lang="en-GB" sz="1400">
                <a:latin typeface="Arial"/>
                <a:ea typeface="Arial"/>
                <a:cs typeface="Arial"/>
                <a:sym typeface="Arial"/>
              </a:rPr>
              <a:t>The extracted entities are sent to the RAG retriever, which searches a FAISS vector database built from trusted news articles, government sources, and fact-check repositories. The retriever returns the most relevant evidence related to the claim.</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b="1" lang="en-GB" sz="1400">
                <a:latin typeface="Arial"/>
                <a:ea typeface="Arial"/>
                <a:cs typeface="Arial"/>
                <a:sym typeface="Arial"/>
              </a:rPr>
              <a:t>Verification and output layer:</a:t>
            </a:r>
            <a:r>
              <a:rPr lang="en-GB" sz="1400">
                <a:latin typeface="Arial"/>
                <a:ea typeface="Arial"/>
                <a:cs typeface="Arial"/>
                <a:sym typeface="Arial"/>
              </a:rPr>
              <a:t> The LLM (Llama/Mistral) receives both the GAT prediction and the retrieved evidence. It follows an evidence-first arbitration policy: if strong credible evidence supports the GAT prediction, it confirms the result; if strong evidence contradicts it, the LLM may revise the prediction; if the evidence is weak or conflicting, it returns an inconclusive result. Finally, the system generates the fake/real prediction, confidence score, supporting evidence, and an explainable verification report.</a:t>
            </a:r>
            <a:endParaRPr b="1" sz="16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